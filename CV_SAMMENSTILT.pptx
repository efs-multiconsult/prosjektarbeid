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9" r:id="rId3"/>
    <p:sldId id="260" r:id="rId4"/>
    <p:sldId id="261" r:id="rId5"/>
  </p:sldIdLst>
  <p:sldSz cx="7199313" cy="36004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50" d="100"/>
          <a:sy n="150" d="100"/>
        </p:scale>
        <p:origin x="1392"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99914" y="589241"/>
            <a:ext cx="5399485" cy="1253490"/>
          </a:xfrm>
        </p:spPr>
        <p:txBody>
          <a:bodyPr anchor="b"/>
          <a:lstStyle>
            <a:lvl1pPr algn="ctr">
              <a:defRPr sz="3150"/>
            </a:lvl1pPr>
          </a:lstStyle>
          <a:p>
            <a:r>
              <a:rPr lang="en-US"/>
              <a:t>Click to edit Master title style</a:t>
            </a:r>
            <a:endParaRPr lang="en-US" dirty="0"/>
          </a:p>
        </p:txBody>
      </p:sp>
      <p:sp>
        <p:nvSpPr>
          <p:cNvPr id="3" name="Subtitle 2"/>
          <p:cNvSpPr>
            <a:spLocks noGrp="1"/>
          </p:cNvSpPr>
          <p:nvPr>
            <p:ph type="subTitle" idx="1"/>
          </p:nvPr>
        </p:nvSpPr>
        <p:spPr>
          <a:xfrm>
            <a:off x="899914" y="1891070"/>
            <a:ext cx="5399485" cy="869275"/>
          </a:xfrm>
        </p:spPr>
        <p:txBody>
          <a:bodyPr/>
          <a:lstStyle>
            <a:lvl1pPr marL="0" indent="0" algn="ctr">
              <a:buNone/>
              <a:defRPr sz="1260"/>
            </a:lvl1pPr>
            <a:lvl2pPr marL="240030" indent="0" algn="ctr">
              <a:buNone/>
              <a:defRPr sz="1050"/>
            </a:lvl2pPr>
            <a:lvl3pPr marL="480060" indent="0" algn="ctr">
              <a:buNone/>
              <a:defRPr sz="945"/>
            </a:lvl3pPr>
            <a:lvl4pPr marL="720090" indent="0" algn="ctr">
              <a:buNone/>
              <a:defRPr sz="840"/>
            </a:lvl4pPr>
            <a:lvl5pPr marL="960120" indent="0" algn="ctr">
              <a:buNone/>
              <a:defRPr sz="840"/>
            </a:lvl5pPr>
            <a:lvl6pPr marL="1200150" indent="0" algn="ctr">
              <a:buNone/>
              <a:defRPr sz="840"/>
            </a:lvl6pPr>
            <a:lvl7pPr marL="1440180" indent="0" algn="ctr">
              <a:buNone/>
              <a:defRPr sz="840"/>
            </a:lvl7pPr>
            <a:lvl8pPr marL="1680210" indent="0" algn="ctr">
              <a:buNone/>
              <a:defRPr sz="840"/>
            </a:lvl8pPr>
            <a:lvl9pPr marL="1920240" indent="0" algn="ctr">
              <a:buNone/>
              <a:defRPr sz="8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A6D655B-79E1-4226-80B6-F21CF84EEC2E}" type="datetimeFigureOut">
              <a:rPr lang="nb-NO" smtClean="0"/>
              <a:t>08.01.2020</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CFA05D82-B316-4F19-B0D5-DB6DCFF6A348}" type="slidenum">
              <a:rPr lang="nb-NO" smtClean="0"/>
              <a:t>‹#›</a:t>
            </a:fld>
            <a:endParaRPr lang="nb-NO"/>
          </a:p>
        </p:txBody>
      </p:sp>
    </p:spTree>
    <p:extLst>
      <p:ext uri="{BB962C8B-B14F-4D97-AF65-F5344CB8AC3E}">
        <p14:creationId xmlns:p14="http://schemas.microsoft.com/office/powerpoint/2010/main" val="651703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6D655B-79E1-4226-80B6-F21CF84EEC2E}" type="datetimeFigureOut">
              <a:rPr lang="nb-NO" smtClean="0"/>
              <a:t>08.01.2020</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CFA05D82-B316-4F19-B0D5-DB6DCFF6A348}" type="slidenum">
              <a:rPr lang="nb-NO" smtClean="0"/>
              <a:t>‹#›</a:t>
            </a:fld>
            <a:endParaRPr lang="nb-NO"/>
          </a:p>
        </p:txBody>
      </p:sp>
    </p:spTree>
    <p:extLst>
      <p:ext uri="{BB962C8B-B14F-4D97-AF65-F5344CB8AC3E}">
        <p14:creationId xmlns:p14="http://schemas.microsoft.com/office/powerpoint/2010/main" val="3008516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91203" y="897613"/>
            <a:ext cx="6209407" cy="1497687"/>
          </a:xfrm>
        </p:spPr>
        <p:txBody>
          <a:bodyPr anchor="b"/>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91203" y="2409468"/>
            <a:ext cx="6209407" cy="787598"/>
          </a:xfrm>
        </p:spPr>
        <p:txBody>
          <a:bodyPr/>
          <a:lstStyle>
            <a:lvl1pPr marL="0" indent="0">
              <a:buNone/>
              <a:defRPr sz="1260">
                <a:solidFill>
                  <a:schemeClr val="tx1">
                    <a:tint val="75000"/>
                  </a:schemeClr>
                </a:solidFill>
              </a:defRPr>
            </a:lvl1pPr>
            <a:lvl2pPr marL="240030" indent="0">
              <a:buNone/>
              <a:defRPr sz="1050">
                <a:solidFill>
                  <a:schemeClr val="tx1">
                    <a:tint val="75000"/>
                  </a:schemeClr>
                </a:solidFill>
              </a:defRPr>
            </a:lvl2pPr>
            <a:lvl3pPr marL="480060" indent="0">
              <a:buNone/>
              <a:defRPr sz="945">
                <a:solidFill>
                  <a:schemeClr val="tx1">
                    <a:tint val="75000"/>
                  </a:schemeClr>
                </a:solidFill>
              </a:defRPr>
            </a:lvl3pPr>
            <a:lvl4pPr marL="720090" indent="0">
              <a:buNone/>
              <a:defRPr sz="840">
                <a:solidFill>
                  <a:schemeClr val="tx1">
                    <a:tint val="75000"/>
                  </a:schemeClr>
                </a:solidFill>
              </a:defRPr>
            </a:lvl4pPr>
            <a:lvl5pPr marL="960120" indent="0">
              <a:buNone/>
              <a:defRPr sz="840">
                <a:solidFill>
                  <a:schemeClr val="tx1">
                    <a:tint val="75000"/>
                  </a:schemeClr>
                </a:solidFill>
              </a:defRPr>
            </a:lvl5pPr>
            <a:lvl6pPr marL="1200150" indent="0">
              <a:buNone/>
              <a:defRPr sz="840">
                <a:solidFill>
                  <a:schemeClr val="tx1">
                    <a:tint val="75000"/>
                  </a:schemeClr>
                </a:solidFill>
              </a:defRPr>
            </a:lvl6pPr>
            <a:lvl7pPr marL="1440180" indent="0">
              <a:buNone/>
              <a:defRPr sz="840">
                <a:solidFill>
                  <a:schemeClr val="tx1">
                    <a:tint val="75000"/>
                  </a:schemeClr>
                </a:solidFill>
              </a:defRPr>
            </a:lvl7pPr>
            <a:lvl8pPr marL="1680210" indent="0">
              <a:buNone/>
              <a:defRPr sz="840">
                <a:solidFill>
                  <a:schemeClr val="tx1">
                    <a:tint val="75000"/>
                  </a:schemeClr>
                </a:solidFill>
              </a:defRPr>
            </a:lvl8pPr>
            <a:lvl9pPr marL="1920240" indent="0">
              <a:buNone/>
              <a:defRPr sz="8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6D655B-79E1-4226-80B6-F21CF84EEC2E}" type="datetimeFigureOut">
              <a:rPr lang="nb-NO" smtClean="0"/>
              <a:t>08.01.2020</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CFA05D82-B316-4F19-B0D5-DB6DCFF6A348}" type="slidenum">
              <a:rPr lang="nb-NO" smtClean="0"/>
              <a:t>‹#›</a:t>
            </a:fld>
            <a:endParaRPr lang="nb-NO"/>
          </a:p>
        </p:txBody>
      </p:sp>
    </p:spTree>
    <p:extLst>
      <p:ext uri="{BB962C8B-B14F-4D97-AF65-F5344CB8AC3E}">
        <p14:creationId xmlns:p14="http://schemas.microsoft.com/office/powerpoint/2010/main" val="3408592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94953" y="958453"/>
            <a:ext cx="3059708" cy="2284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644652" y="958453"/>
            <a:ext cx="3059708" cy="2284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6D655B-79E1-4226-80B6-F21CF84EEC2E}" type="datetimeFigureOut">
              <a:rPr lang="nb-NO" smtClean="0"/>
              <a:t>08.01.2020</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CFA05D82-B316-4F19-B0D5-DB6DCFF6A348}" type="slidenum">
              <a:rPr lang="nb-NO" smtClean="0"/>
              <a:t>‹#›</a:t>
            </a:fld>
            <a:endParaRPr lang="nb-NO"/>
          </a:p>
        </p:txBody>
      </p:sp>
    </p:spTree>
    <p:extLst>
      <p:ext uri="{BB962C8B-B14F-4D97-AF65-F5344CB8AC3E}">
        <p14:creationId xmlns:p14="http://schemas.microsoft.com/office/powerpoint/2010/main" val="162120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891" y="191691"/>
            <a:ext cx="6209407" cy="695921"/>
          </a:xfrm>
        </p:spPr>
        <p:txBody>
          <a:bodyPr/>
          <a:lstStyle/>
          <a:p>
            <a:r>
              <a:rPr lang="en-US"/>
              <a:t>Click to edit Master title style</a:t>
            </a:r>
            <a:endParaRPr lang="en-US" dirty="0"/>
          </a:p>
        </p:txBody>
      </p:sp>
      <p:sp>
        <p:nvSpPr>
          <p:cNvPr id="3" name="Text Placeholder 2"/>
          <p:cNvSpPr>
            <a:spLocks noGrp="1"/>
          </p:cNvSpPr>
          <p:nvPr>
            <p:ph type="body" idx="1"/>
          </p:nvPr>
        </p:nvSpPr>
        <p:spPr>
          <a:xfrm>
            <a:off x="495891" y="882610"/>
            <a:ext cx="3045647" cy="432554"/>
          </a:xfrm>
        </p:spPr>
        <p:txBody>
          <a:bodyPr anchor="b"/>
          <a:lstStyle>
            <a:lvl1pPr marL="0" indent="0">
              <a:buNone/>
              <a:defRPr sz="1260" b="1"/>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a:t>Click to edit Master text styles</a:t>
            </a:r>
          </a:p>
        </p:txBody>
      </p:sp>
      <p:sp>
        <p:nvSpPr>
          <p:cNvPr id="4" name="Content Placeholder 3"/>
          <p:cNvSpPr>
            <a:spLocks noGrp="1"/>
          </p:cNvSpPr>
          <p:nvPr>
            <p:ph sz="half" idx="2"/>
          </p:nvPr>
        </p:nvSpPr>
        <p:spPr>
          <a:xfrm>
            <a:off x="495891" y="1315164"/>
            <a:ext cx="3045647" cy="19344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644652" y="882610"/>
            <a:ext cx="3060646" cy="432554"/>
          </a:xfrm>
        </p:spPr>
        <p:txBody>
          <a:bodyPr anchor="b"/>
          <a:lstStyle>
            <a:lvl1pPr marL="0" indent="0">
              <a:buNone/>
              <a:defRPr sz="1260" b="1"/>
            </a:lvl1pPr>
            <a:lvl2pPr marL="240030" indent="0">
              <a:buNone/>
              <a:defRPr sz="1050" b="1"/>
            </a:lvl2pPr>
            <a:lvl3pPr marL="480060" indent="0">
              <a:buNone/>
              <a:defRPr sz="945" b="1"/>
            </a:lvl3pPr>
            <a:lvl4pPr marL="720090" indent="0">
              <a:buNone/>
              <a:defRPr sz="840" b="1"/>
            </a:lvl4pPr>
            <a:lvl5pPr marL="960120" indent="0">
              <a:buNone/>
              <a:defRPr sz="840" b="1"/>
            </a:lvl5pPr>
            <a:lvl6pPr marL="1200150" indent="0">
              <a:buNone/>
              <a:defRPr sz="840" b="1"/>
            </a:lvl6pPr>
            <a:lvl7pPr marL="1440180" indent="0">
              <a:buNone/>
              <a:defRPr sz="840" b="1"/>
            </a:lvl7pPr>
            <a:lvl8pPr marL="1680210" indent="0">
              <a:buNone/>
              <a:defRPr sz="840" b="1"/>
            </a:lvl8pPr>
            <a:lvl9pPr marL="1920240" indent="0">
              <a:buNone/>
              <a:defRPr sz="840" b="1"/>
            </a:lvl9pPr>
          </a:lstStyle>
          <a:p>
            <a:pPr lvl="0"/>
            <a:r>
              <a:rPr lang="en-US"/>
              <a:t>Click to edit Master text styles</a:t>
            </a:r>
          </a:p>
        </p:txBody>
      </p:sp>
      <p:sp>
        <p:nvSpPr>
          <p:cNvPr id="6" name="Content Placeholder 5"/>
          <p:cNvSpPr>
            <a:spLocks noGrp="1"/>
          </p:cNvSpPr>
          <p:nvPr>
            <p:ph sz="quarter" idx="4"/>
          </p:nvPr>
        </p:nvSpPr>
        <p:spPr>
          <a:xfrm>
            <a:off x="3644652" y="1315164"/>
            <a:ext cx="3060646" cy="19344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6D655B-79E1-4226-80B6-F21CF84EEC2E}" type="datetimeFigureOut">
              <a:rPr lang="nb-NO" smtClean="0"/>
              <a:t>08.01.2020</a:t>
            </a:fld>
            <a:endParaRPr lang="nb-NO"/>
          </a:p>
        </p:txBody>
      </p:sp>
      <p:sp>
        <p:nvSpPr>
          <p:cNvPr id="8" name="Footer Placeholder 7"/>
          <p:cNvSpPr>
            <a:spLocks noGrp="1"/>
          </p:cNvSpPr>
          <p:nvPr>
            <p:ph type="ftr" sz="quarter" idx="11"/>
          </p:nvPr>
        </p:nvSpPr>
        <p:spPr/>
        <p:txBody>
          <a:bodyPr/>
          <a:lstStyle/>
          <a:p>
            <a:endParaRPr lang="nb-NO"/>
          </a:p>
        </p:txBody>
      </p:sp>
      <p:sp>
        <p:nvSpPr>
          <p:cNvPr id="9" name="Slide Number Placeholder 8"/>
          <p:cNvSpPr>
            <a:spLocks noGrp="1"/>
          </p:cNvSpPr>
          <p:nvPr>
            <p:ph type="sldNum" sz="quarter" idx="12"/>
          </p:nvPr>
        </p:nvSpPr>
        <p:spPr/>
        <p:txBody>
          <a:bodyPr/>
          <a:lstStyle/>
          <a:p>
            <a:fld id="{CFA05D82-B316-4F19-B0D5-DB6DCFF6A348}" type="slidenum">
              <a:rPr lang="nb-NO" smtClean="0"/>
              <a:t>‹#›</a:t>
            </a:fld>
            <a:endParaRPr lang="nb-NO"/>
          </a:p>
        </p:txBody>
      </p:sp>
    </p:spTree>
    <p:extLst>
      <p:ext uri="{BB962C8B-B14F-4D97-AF65-F5344CB8AC3E}">
        <p14:creationId xmlns:p14="http://schemas.microsoft.com/office/powerpoint/2010/main" val="3992318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A6D655B-79E1-4226-80B6-F21CF84EEC2E}" type="datetimeFigureOut">
              <a:rPr lang="nb-NO" smtClean="0"/>
              <a:t>08.01.2020</a:t>
            </a:fld>
            <a:endParaRPr lang="nb-NO"/>
          </a:p>
        </p:txBody>
      </p:sp>
      <p:sp>
        <p:nvSpPr>
          <p:cNvPr id="4" name="Footer Placeholder 3"/>
          <p:cNvSpPr>
            <a:spLocks noGrp="1"/>
          </p:cNvSpPr>
          <p:nvPr>
            <p:ph type="ftr" sz="quarter" idx="11"/>
          </p:nvPr>
        </p:nvSpPr>
        <p:spPr/>
        <p:txBody>
          <a:bodyPr/>
          <a:lstStyle/>
          <a:p>
            <a:endParaRPr lang="nb-NO"/>
          </a:p>
        </p:txBody>
      </p:sp>
      <p:sp>
        <p:nvSpPr>
          <p:cNvPr id="5" name="Slide Number Placeholder 4"/>
          <p:cNvSpPr>
            <a:spLocks noGrp="1"/>
          </p:cNvSpPr>
          <p:nvPr>
            <p:ph type="sldNum" sz="quarter" idx="12"/>
          </p:nvPr>
        </p:nvSpPr>
        <p:spPr/>
        <p:txBody>
          <a:bodyPr/>
          <a:lstStyle/>
          <a:p>
            <a:fld id="{CFA05D82-B316-4F19-B0D5-DB6DCFF6A348}" type="slidenum">
              <a:rPr lang="nb-NO" smtClean="0"/>
              <a:t>‹#›</a:t>
            </a:fld>
            <a:endParaRPr lang="nb-NO"/>
          </a:p>
        </p:txBody>
      </p:sp>
    </p:spTree>
    <p:extLst>
      <p:ext uri="{BB962C8B-B14F-4D97-AF65-F5344CB8AC3E}">
        <p14:creationId xmlns:p14="http://schemas.microsoft.com/office/powerpoint/2010/main" val="1265590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6D655B-79E1-4226-80B6-F21CF84EEC2E}" type="datetimeFigureOut">
              <a:rPr lang="nb-NO" smtClean="0"/>
              <a:t>08.01.2020</a:t>
            </a:fld>
            <a:endParaRPr lang="nb-NO"/>
          </a:p>
        </p:txBody>
      </p:sp>
      <p:sp>
        <p:nvSpPr>
          <p:cNvPr id="3" name="Footer Placeholder 2"/>
          <p:cNvSpPr>
            <a:spLocks noGrp="1"/>
          </p:cNvSpPr>
          <p:nvPr>
            <p:ph type="ftr" sz="quarter" idx="11"/>
          </p:nvPr>
        </p:nvSpPr>
        <p:spPr/>
        <p:txBody>
          <a:bodyPr/>
          <a:lstStyle/>
          <a:p>
            <a:endParaRPr lang="nb-NO"/>
          </a:p>
        </p:txBody>
      </p:sp>
      <p:sp>
        <p:nvSpPr>
          <p:cNvPr id="4" name="Slide Number Placeholder 3"/>
          <p:cNvSpPr>
            <a:spLocks noGrp="1"/>
          </p:cNvSpPr>
          <p:nvPr>
            <p:ph type="sldNum" sz="quarter" idx="12"/>
          </p:nvPr>
        </p:nvSpPr>
        <p:spPr/>
        <p:txBody>
          <a:bodyPr/>
          <a:lstStyle/>
          <a:p>
            <a:fld id="{CFA05D82-B316-4F19-B0D5-DB6DCFF6A348}" type="slidenum">
              <a:rPr lang="nb-NO" smtClean="0"/>
              <a:t>‹#›</a:t>
            </a:fld>
            <a:endParaRPr lang="nb-NO"/>
          </a:p>
        </p:txBody>
      </p:sp>
    </p:spTree>
    <p:extLst>
      <p:ext uri="{BB962C8B-B14F-4D97-AF65-F5344CB8AC3E}">
        <p14:creationId xmlns:p14="http://schemas.microsoft.com/office/powerpoint/2010/main" val="3026813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891" y="240030"/>
            <a:ext cx="2321966" cy="840105"/>
          </a:xfrm>
        </p:spPr>
        <p:txBody>
          <a:bodyPr anchor="b"/>
          <a:lstStyle>
            <a:lvl1pPr>
              <a:defRPr sz="1680"/>
            </a:lvl1pPr>
          </a:lstStyle>
          <a:p>
            <a:r>
              <a:rPr lang="en-US"/>
              <a:t>Click to edit Master title style</a:t>
            </a:r>
            <a:endParaRPr lang="en-US" dirty="0"/>
          </a:p>
        </p:txBody>
      </p:sp>
      <p:sp>
        <p:nvSpPr>
          <p:cNvPr id="3" name="Content Placeholder 2"/>
          <p:cNvSpPr>
            <a:spLocks noGrp="1"/>
          </p:cNvSpPr>
          <p:nvPr>
            <p:ph idx="1"/>
          </p:nvPr>
        </p:nvSpPr>
        <p:spPr>
          <a:xfrm>
            <a:off x="3060646" y="518398"/>
            <a:ext cx="3644652" cy="2558653"/>
          </a:xfrm>
        </p:spPr>
        <p:txBody>
          <a:bodyPr/>
          <a:lstStyle>
            <a:lvl1pPr>
              <a:defRPr sz="1680"/>
            </a:lvl1pPr>
            <a:lvl2pPr>
              <a:defRPr sz="1470"/>
            </a:lvl2pPr>
            <a:lvl3pPr>
              <a:defRPr sz="126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95891" y="1080135"/>
            <a:ext cx="2321966" cy="2001084"/>
          </a:xfrm>
        </p:spPr>
        <p:txBody>
          <a:bodyPr/>
          <a:lstStyle>
            <a:lvl1pPr marL="0" indent="0">
              <a:buNone/>
              <a:defRPr sz="840"/>
            </a:lvl1pPr>
            <a:lvl2pPr marL="240030" indent="0">
              <a:buNone/>
              <a:defRPr sz="735"/>
            </a:lvl2pPr>
            <a:lvl3pPr marL="480060" indent="0">
              <a:buNone/>
              <a:defRPr sz="630"/>
            </a:lvl3pPr>
            <a:lvl4pPr marL="720090" indent="0">
              <a:buNone/>
              <a:defRPr sz="525"/>
            </a:lvl4pPr>
            <a:lvl5pPr marL="960120" indent="0">
              <a:buNone/>
              <a:defRPr sz="525"/>
            </a:lvl5pPr>
            <a:lvl6pPr marL="1200150" indent="0">
              <a:buNone/>
              <a:defRPr sz="525"/>
            </a:lvl6pPr>
            <a:lvl7pPr marL="1440180" indent="0">
              <a:buNone/>
              <a:defRPr sz="525"/>
            </a:lvl7pPr>
            <a:lvl8pPr marL="1680210" indent="0">
              <a:buNone/>
              <a:defRPr sz="525"/>
            </a:lvl8pPr>
            <a:lvl9pPr marL="1920240" indent="0">
              <a:buNone/>
              <a:defRPr sz="525"/>
            </a:lvl9pPr>
          </a:lstStyle>
          <a:p>
            <a:pPr lvl="0"/>
            <a:r>
              <a:rPr lang="en-US"/>
              <a:t>Click to edit Master text styles</a:t>
            </a:r>
          </a:p>
        </p:txBody>
      </p:sp>
      <p:sp>
        <p:nvSpPr>
          <p:cNvPr id="5" name="Date Placeholder 4"/>
          <p:cNvSpPr>
            <a:spLocks noGrp="1"/>
          </p:cNvSpPr>
          <p:nvPr>
            <p:ph type="dt" sz="half" idx="10"/>
          </p:nvPr>
        </p:nvSpPr>
        <p:spPr/>
        <p:txBody>
          <a:bodyPr/>
          <a:lstStyle/>
          <a:p>
            <a:fld id="{DA6D655B-79E1-4226-80B6-F21CF84EEC2E}" type="datetimeFigureOut">
              <a:rPr lang="nb-NO" smtClean="0"/>
              <a:t>08.01.2020</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CFA05D82-B316-4F19-B0D5-DB6DCFF6A348}" type="slidenum">
              <a:rPr lang="nb-NO" smtClean="0"/>
              <a:t>‹#›</a:t>
            </a:fld>
            <a:endParaRPr lang="nb-NO"/>
          </a:p>
        </p:txBody>
      </p:sp>
    </p:spTree>
    <p:extLst>
      <p:ext uri="{BB962C8B-B14F-4D97-AF65-F5344CB8AC3E}">
        <p14:creationId xmlns:p14="http://schemas.microsoft.com/office/powerpoint/2010/main" val="2647475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891" y="240030"/>
            <a:ext cx="2321966" cy="840105"/>
          </a:xfrm>
        </p:spPr>
        <p:txBody>
          <a:bodyPr anchor="b"/>
          <a:lstStyle>
            <a:lvl1pPr>
              <a:defRPr sz="1680"/>
            </a:lvl1pPr>
          </a:lstStyle>
          <a:p>
            <a:r>
              <a:rPr lang="en-US"/>
              <a:t>Click to edit Master title style</a:t>
            </a:r>
            <a:endParaRPr lang="en-US" dirty="0"/>
          </a:p>
        </p:txBody>
      </p:sp>
      <p:sp>
        <p:nvSpPr>
          <p:cNvPr id="3" name="Picture Placeholder 2"/>
          <p:cNvSpPr>
            <a:spLocks noGrp="1" noChangeAspect="1"/>
          </p:cNvSpPr>
          <p:nvPr>
            <p:ph type="pic" idx="1"/>
          </p:nvPr>
        </p:nvSpPr>
        <p:spPr>
          <a:xfrm>
            <a:off x="3060646" y="518398"/>
            <a:ext cx="3644652" cy="2558653"/>
          </a:xfrm>
        </p:spPr>
        <p:txBody>
          <a:bodyPr anchor="t"/>
          <a:lstStyle>
            <a:lvl1pPr marL="0" indent="0">
              <a:buNone/>
              <a:defRPr sz="1680"/>
            </a:lvl1pPr>
            <a:lvl2pPr marL="240030" indent="0">
              <a:buNone/>
              <a:defRPr sz="1470"/>
            </a:lvl2pPr>
            <a:lvl3pPr marL="480060" indent="0">
              <a:buNone/>
              <a:defRPr sz="1260"/>
            </a:lvl3pPr>
            <a:lvl4pPr marL="720090" indent="0">
              <a:buNone/>
              <a:defRPr sz="1050"/>
            </a:lvl4pPr>
            <a:lvl5pPr marL="960120" indent="0">
              <a:buNone/>
              <a:defRPr sz="1050"/>
            </a:lvl5pPr>
            <a:lvl6pPr marL="1200150" indent="0">
              <a:buNone/>
              <a:defRPr sz="1050"/>
            </a:lvl6pPr>
            <a:lvl7pPr marL="1440180" indent="0">
              <a:buNone/>
              <a:defRPr sz="1050"/>
            </a:lvl7pPr>
            <a:lvl8pPr marL="1680210" indent="0">
              <a:buNone/>
              <a:defRPr sz="1050"/>
            </a:lvl8pPr>
            <a:lvl9pPr marL="1920240" indent="0">
              <a:buNone/>
              <a:defRPr sz="1050"/>
            </a:lvl9pPr>
          </a:lstStyle>
          <a:p>
            <a:r>
              <a:rPr lang="en-US"/>
              <a:t>Click icon to add picture</a:t>
            </a:r>
            <a:endParaRPr lang="en-US" dirty="0"/>
          </a:p>
        </p:txBody>
      </p:sp>
      <p:sp>
        <p:nvSpPr>
          <p:cNvPr id="4" name="Text Placeholder 3"/>
          <p:cNvSpPr>
            <a:spLocks noGrp="1"/>
          </p:cNvSpPr>
          <p:nvPr>
            <p:ph type="body" sz="half" idx="2"/>
          </p:nvPr>
        </p:nvSpPr>
        <p:spPr>
          <a:xfrm>
            <a:off x="495891" y="1080135"/>
            <a:ext cx="2321966" cy="2001084"/>
          </a:xfrm>
        </p:spPr>
        <p:txBody>
          <a:bodyPr/>
          <a:lstStyle>
            <a:lvl1pPr marL="0" indent="0">
              <a:buNone/>
              <a:defRPr sz="840"/>
            </a:lvl1pPr>
            <a:lvl2pPr marL="240030" indent="0">
              <a:buNone/>
              <a:defRPr sz="735"/>
            </a:lvl2pPr>
            <a:lvl3pPr marL="480060" indent="0">
              <a:buNone/>
              <a:defRPr sz="630"/>
            </a:lvl3pPr>
            <a:lvl4pPr marL="720090" indent="0">
              <a:buNone/>
              <a:defRPr sz="525"/>
            </a:lvl4pPr>
            <a:lvl5pPr marL="960120" indent="0">
              <a:buNone/>
              <a:defRPr sz="525"/>
            </a:lvl5pPr>
            <a:lvl6pPr marL="1200150" indent="0">
              <a:buNone/>
              <a:defRPr sz="525"/>
            </a:lvl6pPr>
            <a:lvl7pPr marL="1440180" indent="0">
              <a:buNone/>
              <a:defRPr sz="525"/>
            </a:lvl7pPr>
            <a:lvl8pPr marL="1680210" indent="0">
              <a:buNone/>
              <a:defRPr sz="525"/>
            </a:lvl8pPr>
            <a:lvl9pPr marL="1920240" indent="0">
              <a:buNone/>
              <a:defRPr sz="525"/>
            </a:lvl9pPr>
          </a:lstStyle>
          <a:p>
            <a:pPr lvl="0"/>
            <a:r>
              <a:rPr lang="en-US"/>
              <a:t>Click to edit Master text styles</a:t>
            </a:r>
          </a:p>
        </p:txBody>
      </p:sp>
      <p:sp>
        <p:nvSpPr>
          <p:cNvPr id="5" name="Date Placeholder 4"/>
          <p:cNvSpPr>
            <a:spLocks noGrp="1"/>
          </p:cNvSpPr>
          <p:nvPr>
            <p:ph type="dt" sz="half" idx="10"/>
          </p:nvPr>
        </p:nvSpPr>
        <p:spPr/>
        <p:txBody>
          <a:bodyPr/>
          <a:lstStyle/>
          <a:p>
            <a:fld id="{DA6D655B-79E1-4226-80B6-F21CF84EEC2E}" type="datetimeFigureOut">
              <a:rPr lang="nb-NO" smtClean="0"/>
              <a:t>08.01.2020</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CFA05D82-B316-4F19-B0D5-DB6DCFF6A348}" type="slidenum">
              <a:rPr lang="nb-NO" smtClean="0"/>
              <a:t>‹#›</a:t>
            </a:fld>
            <a:endParaRPr lang="nb-NO"/>
          </a:p>
        </p:txBody>
      </p:sp>
    </p:spTree>
    <p:extLst>
      <p:ext uri="{BB962C8B-B14F-4D97-AF65-F5344CB8AC3E}">
        <p14:creationId xmlns:p14="http://schemas.microsoft.com/office/powerpoint/2010/main" val="3133253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6D655B-79E1-4226-80B6-F21CF84EEC2E}" type="datetimeFigureOut">
              <a:rPr lang="nb-NO" smtClean="0"/>
              <a:t>08.01.2020</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CFA05D82-B316-4F19-B0D5-DB6DCFF6A348}" type="slidenum">
              <a:rPr lang="nb-NO" smtClean="0"/>
              <a:t>‹#›</a:t>
            </a:fld>
            <a:endParaRPr lang="nb-NO"/>
          </a:p>
        </p:txBody>
      </p:sp>
    </p:spTree>
    <p:extLst>
      <p:ext uri="{BB962C8B-B14F-4D97-AF65-F5344CB8AC3E}">
        <p14:creationId xmlns:p14="http://schemas.microsoft.com/office/powerpoint/2010/main" val="204808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52008" y="191691"/>
            <a:ext cx="1552352" cy="305121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94953" y="191691"/>
            <a:ext cx="4567064" cy="305121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6D655B-79E1-4226-80B6-F21CF84EEC2E}" type="datetimeFigureOut">
              <a:rPr lang="nb-NO" smtClean="0"/>
              <a:t>08.01.2020</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CFA05D82-B316-4F19-B0D5-DB6DCFF6A348}" type="slidenum">
              <a:rPr lang="nb-NO" smtClean="0"/>
              <a:t>‹#›</a:t>
            </a:fld>
            <a:endParaRPr lang="nb-NO"/>
          </a:p>
        </p:txBody>
      </p:sp>
    </p:spTree>
    <p:extLst>
      <p:ext uri="{BB962C8B-B14F-4D97-AF65-F5344CB8AC3E}">
        <p14:creationId xmlns:p14="http://schemas.microsoft.com/office/powerpoint/2010/main" val="4193075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4953" y="191691"/>
            <a:ext cx="6209407" cy="6959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94953" y="958453"/>
            <a:ext cx="6209407" cy="22844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94953" y="3337084"/>
            <a:ext cx="1619845" cy="191691"/>
          </a:xfrm>
          <a:prstGeom prst="rect">
            <a:avLst/>
          </a:prstGeom>
        </p:spPr>
        <p:txBody>
          <a:bodyPr vert="horz" lIns="91440" tIns="45720" rIns="91440" bIns="45720" rtlCol="0" anchor="ctr"/>
          <a:lstStyle>
            <a:lvl1pPr algn="l">
              <a:defRPr sz="630">
                <a:solidFill>
                  <a:schemeClr val="tx1">
                    <a:tint val="75000"/>
                  </a:schemeClr>
                </a:solidFill>
              </a:defRPr>
            </a:lvl1pPr>
          </a:lstStyle>
          <a:p>
            <a:fld id="{DA6D655B-79E1-4226-80B6-F21CF84EEC2E}" type="datetimeFigureOut">
              <a:rPr lang="nb-NO" smtClean="0"/>
              <a:t>08.01.2020</a:t>
            </a:fld>
            <a:endParaRPr lang="nb-NO"/>
          </a:p>
        </p:txBody>
      </p:sp>
      <p:sp>
        <p:nvSpPr>
          <p:cNvPr id="5" name="Footer Placeholder 4"/>
          <p:cNvSpPr>
            <a:spLocks noGrp="1"/>
          </p:cNvSpPr>
          <p:nvPr>
            <p:ph type="ftr" sz="quarter" idx="3"/>
          </p:nvPr>
        </p:nvSpPr>
        <p:spPr>
          <a:xfrm>
            <a:off x="2384773" y="3337084"/>
            <a:ext cx="2429768" cy="191691"/>
          </a:xfrm>
          <a:prstGeom prst="rect">
            <a:avLst/>
          </a:prstGeom>
        </p:spPr>
        <p:txBody>
          <a:bodyPr vert="horz" lIns="91440" tIns="45720" rIns="91440" bIns="45720" rtlCol="0" anchor="ctr"/>
          <a:lstStyle>
            <a:lvl1pPr algn="ctr">
              <a:defRPr sz="630">
                <a:solidFill>
                  <a:schemeClr val="tx1">
                    <a:tint val="75000"/>
                  </a:schemeClr>
                </a:solidFill>
              </a:defRPr>
            </a:lvl1pPr>
          </a:lstStyle>
          <a:p>
            <a:endParaRPr lang="nb-NO"/>
          </a:p>
        </p:txBody>
      </p:sp>
      <p:sp>
        <p:nvSpPr>
          <p:cNvPr id="6" name="Slide Number Placeholder 5"/>
          <p:cNvSpPr>
            <a:spLocks noGrp="1"/>
          </p:cNvSpPr>
          <p:nvPr>
            <p:ph type="sldNum" sz="quarter" idx="4"/>
          </p:nvPr>
        </p:nvSpPr>
        <p:spPr>
          <a:xfrm>
            <a:off x="5084515" y="3337084"/>
            <a:ext cx="1619845" cy="191691"/>
          </a:xfrm>
          <a:prstGeom prst="rect">
            <a:avLst/>
          </a:prstGeom>
        </p:spPr>
        <p:txBody>
          <a:bodyPr vert="horz" lIns="91440" tIns="45720" rIns="91440" bIns="45720" rtlCol="0" anchor="ctr"/>
          <a:lstStyle>
            <a:lvl1pPr algn="r">
              <a:defRPr sz="630">
                <a:solidFill>
                  <a:schemeClr val="tx1">
                    <a:tint val="75000"/>
                  </a:schemeClr>
                </a:solidFill>
              </a:defRPr>
            </a:lvl1pPr>
          </a:lstStyle>
          <a:p>
            <a:fld id="{CFA05D82-B316-4F19-B0D5-DB6DCFF6A348}" type="slidenum">
              <a:rPr lang="nb-NO" smtClean="0"/>
              <a:t>‹#›</a:t>
            </a:fld>
            <a:endParaRPr lang="nb-NO"/>
          </a:p>
        </p:txBody>
      </p:sp>
    </p:spTree>
    <p:extLst>
      <p:ext uri="{BB962C8B-B14F-4D97-AF65-F5344CB8AC3E}">
        <p14:creationId xmlns:p14="http://schemas.microsoft.com/office/powerpoint/2010/main" val="181359602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80060" rtl="0" eaLnBrk="1" latinLnBrk="0" hangingPunct="1">
        <a:lnSpc>
          <a:spcPct val="90000"/>
        </a:lnSpc>
        <a:spcBef>
          <a:spcPct val="0"/>
        </a:spcBef>
        <a:buNone/>
        <a:defRPr sz="2310" kern="1200">
          <a:solidFill>
            <a:schemeClr val="tx1"/>
          </a:solidFill>
          <a:latin typeface="+mj-lt"/>
          <a:ea typeface="+mj-ea"/>
          <a:cs typeface="+mj-cs"/>
        </a:defRPr>
      </a:lvl1pPr>
    </p:titleStyle>
    <p:bodyStyle>
      <a:lvl1pPr marL="120015" indent="-120015" algn="l" defTabSz="480060" rtl="0" eaLnBrk="1" latinLnBrk="0" hangingPunct="1">
        <a:lnSpc>
          <a:spcPct val="90000"/>
        </a:lnSpc>
        <a:spcBef>
          <a:spcPts val="525"/>
        </a:spcBef>
        <a:buFont typeface="Arial" panose="020B0604020202020204" pitchFamily="34" charset="0"/>
        <a:buChar char="•"/>
        <a:defRPr sz="1470" kern="1200">
          <a:solidFill>
            <a:schemeClr val="tx1"/>
          </a:solidFill>
          <a:latin typeface="+mn-lt"/>
          <a:ea typeface="+mn-ea"/>
          <a:cs typeface="+mn-cs"/>
        </a:defRPr>
      </a:lvl1pPr>
      <a:lvl2pPr marL="360045" indent="-120015" algn="l" defTabSz="480060" rtl="0" eaLnBrk="1" latinLnBrk="0" hangingPunct="1">
        <a:lnSpc>
          <a:spcPct val="90000"/>
        </a:lnSpc>
        <a:spcBef>
          <a:spcPts val="263"/>
        </a:spcBef>
        <a:buFont typeface="Arial" panose="020B0604020202020204" pitchFamily="34" charset="0"/>
        <a:buChar char="•"/>
        <a:defRPr sz="1260" kern="1200">
          <a:solidFill>
            <a:schemeClr val="tx1"/>
          </a:solidFill>
          <a:latin typeface="+mn-lt"/>
          <a:ea typeface="+mn-ea"/>
          <a:cs typeface="+mn-cs"/>
        </a:defRPr>
      </a:lvl2pPr>
      <a:lvl3pPr marL="600075" indent="-120015" algn="l" defTabSz="480060" rtl="0" eaLnBrk="1" latinLnBrk="0" hangingPunct="1">
        <a:lnSpc>
          <a:spcPct val="90000"/>
        </a:lnSpc>
        <a:spcBef>
          <a:spcPts val="263"/>
        </a:spcBef>
        <a:buFont typeface="Arial" panose="020B0604020202020204" pitchFamily="34" charset="0"/>
        <a:buChar char="•"/>
        <a:defRPr sz="1050" kern="1200">
          <a:solidFill>
            <a:schemeClr val="tx1"/>
          </a:solidFill>
          <a:latin typeface="+mn-lt"/>
          <a:ea typeface="+mn-ea"/>
          <a:cs typeface="+mn-cs"/>
        </a:defRPr>
      </a:lvl3pPr>
      <a:lvl4pPr marL="840105" indent="-120015" algn="l" defTabSz="480060" rtl="0" eaLnBrk="1" latinLnBrk="0" hangingPunct="1">
        <a:lnSpc>
          <a:spcPct val="90000"/>
        </a:lnSpc>
        <a:spcBef>
          <a:spcPts val="263"/>
        </a:spcBef>
        <a:buFont typeface="Arial" panose="020B0604020202020204" pitchFamily="34" charset="0"/>
        <a:buChar char="•"/>
        <a:defRPr sz="945" kern="1200">
          <a:solidFill>
            <a:schemeClr val="tx1"/>
          </a:solidFill>
          <a:latin typeface="+mn-lt"/>
          <a:ea typeface="+mn-ea"/>
          <a:cs typeface="+mn-cs"/>
        </a:defRPr>
      </a:lvl4pPr>
      <a:lvl5pPr marL="1080135" indent="-120015" algn="l" defTabSz="480060" rtl="0" eaLnBrk="1" latinLnBrk="0" hangingPunct="1">
        <a:lnSpc>
          <a:spcPct val="90000"/>
        </a:lnSpc>
        <a:spcBef>
          <a:spcPts val="263"/>
        </a:spcBef>
        <a:buFont typeface="Arial" panose="020B0604020202020204" pitchFamily="34" charset="0"/>
        <a:buChar char="•"/>
        <a:defRPr sz="945" kern="1200">
          <a:solidFill>
            <a:schemeClr val="tx1"/>
          </a:solidFill>
          <a:latin typeface="+mn-lt"/>
          <a:ea typeface="+mn-ea"/>
          <a:cs typeface="+mn-cs"/>
        </a:defRPr>
      </a:lvl5pPr>
      <a:lvl6pPr marL="1320165" indent="-120015" algn="l" defTabSz="480060" rtl="0" eaLnBrk="1" latinLnBrk="0" hangingPunct="1">
        <a:lnSpc>
          <a:spcPct val="90000"/>
        </a:lnSpc>
        <a:spcBef>
          <a:spcPts val="263"/>
        </a:spcBef>
        <a:buFont typeface="Arial" panose="020B0604020202020204" pitchFamily="34" charset="0"/>
        <a:buChar char="•"/>
        <a:defRPr sz="945" kern="1200">
          <a:solidFill>
            <a:schemeClr val="tx1"/>
          </a:solidFill>
          <a:latin typeface="+mn-lt"/>
          <a:ea typeface="+mn-ea"/>
          <a:cs typeface="+mn-cs"/>
        </a:defRPr>
      </a:lvl6pPr>
      <a:lvl7pPr marL="1560195" indent="-120015" algn="l" defTabSz="480060" rtl="0" eaLnBrk="1" latinLnBrk="0" hangingPunct="1">
        <a:lnSpc>
          <a:spcPct val="90000"/>
        </a:lnSpc>
        <a:spcBef>
          <a:spcPts val="263"/>
        </a:spcBef>
        <a:buFont typeface="Arial" panose="020B0604020202020204" pitchFamily="34" charset="0"/>
        <a:buChar char="•"/>
        <a:defRPr sz="945" kern="1200">
          <a:solidFill>
            <a:schemeClr val="tx1"/>
          </a:solidFill>
          <a:latin typeface="+mn-lt"/>
          <a:ea typeface="+mn-ea"/>
          <a:cs typeface="+mn-cs"/>
        </a:defRPr>
      </a:lvl7pPr>
      <a:lvl8pPr marL="1800225" indent="-120015" algn="l" defTabSz="480060" rtl="0" eaLnBrk="1" latinLnBrk="0" hangingPunct="1">
        <a:lnSpc>
          <a:spcPct val="90000"/>
        </a:lnSpc>
        <a:spcBef>
          <a:spcPts val="263"/>
        </a:spcBef>
        <a:buFont typeface="Arial" panose="020B0604020202020204" pitchFamily="34" charset="0"/>
        <a:buChar char="•"/>
        <a:defRPr sz="945" kern="1200">
          <a:solidFill>
            <a:schemeClr val="tx1"/>
          </a:solidFill>
          <a:latin typeface="+mn-lt"/>
          <a:ea typeface="+mn-ea"/>
          <a:cs typeface="+mn-cs"/>
        </a:defRPr>
      </a:lvl8pPr>
      <a:lvl9pPr marL="2040255" indent="-120015" algn="l" defTabSz="480060" rtl="0" eaLnBrk="1" latinLnBrk="0" hangingPunct="1">
        <a:lnSpc>
          <a:spcPct val="90000"/>
        </a:lnSpc>
        <a:spcBef>
          <a:spcPts val="263"/>
        </a:spcBef>
        <a:buFont typeface="Arial" panose="020B0604020202020204" pitchFamily="34" charset="0"/>
        <a:buChar char="•"/>
        <a:defRPr sz="945" kern="1200">
          <a:solidFill>
            <a:schemeClr val="tx1"/>
          </a:solidFill>
          <a:latin typeface="+mn-lt"/>
          <a:ea typeface="+mn-ea"/>
          <a:cs typeface="+mn-cs"/>
        </a:defRPr>
      </a:lvl9pPr>
    </p:bodyStyle>
    <p:otherStyle>
      <a:defPPr>
        <a:defRPr lang="en-US"/>
      </a:defPPr>
      <a:lvl1pPr marL="0" algn="l" defTabSz="480060" rtl="0" eaLnBrk="1" latinLnBrk="0" hangingPunct="1">
        <a:defRPr sz="945" kern="1200">
          <a:solidFill>
            <a:schemeClr val="tx1"/>
          </a:solidFill>
          <a:latin typeface="+mn-lt"/>
          <a:ea typeface="+mn-ea"/>
          <a:cs typeface="+mn-cs"/>
        </a:defRPr>
      </a:lvl1pPr>
      <a:lvl2pPr marL="240030" algn="l" defTabSz="480060" rtl="0" eaLnBrk="1" latinLnBrk="0" hangingPunct="1">
        <a:defRPr sz="945" kern="1200">
          <a:solidFill>
            <a:schemeClr val="tx1"/>
          </a:solidFill>
          <a:latin typeface="+mn-lt"/>
          <a:ea typeface="+mn-ea"/>
          <a:cs typeface="+mn-cs"/>
        </a:defRPr>
      </a:lvl2pPr>
      <a:lvl3pPr marL="480060" algn="l" defTabSz="480060" rtl="0" eaLnBrk="1" latinLnBrk="0" hangingPunct="1">
        <a:defRPr sz="945" kern="1200">
          <a:solidFill>
            <a:schemeClr val="tx1"/>
          </a:solidFill>
          <a:latin typeface="+mn-lt"/>
          <a:ea typeface="+mn-ea"/>
          <a:cs typeface="+mn-cs"/>
        </a:defRPr>
      </a:lvl3pPr>
      <a:lvl4pPr marL="720090" algn="l" defTabSz="480060" rtl="0" eaLnBrk="1" latinLnBrk="0" hangingPunct="1">
        <a:defRPr sz="945" kern="1200">
          <a:solidFill>
            <a:schemeClr val="tx1"/>
          </a:solidFill>
          <a:latin typeface="+mn-lt"/>
          <a:ea typeface="+mn-ea"/>
          <a:cs typeface="+mn-cs"/>
        </a:defRPr>
      </a:lvl4pPr>
      <a:lvl5pPr marL="960120" algn="l" defTabSz="480060" rtl="0" eaLnBrk="1" latinLnBrk="0" hangingPunct="1">
        <a:defRPr sz="945" kern="1200">
          <a:solidFill>
            <a:schemeClr val="tx1"/>
          </a:solidFill>
          <a:latin typeface="+mn-lt"/>
          <a:ea typeface="+mn-ea"/>
          <a:cs typeface="+mn-cs"/>
        </a:defRPr>
      </a:lvl5pPr>
      <a:lvl6pPr marL="1200150" algn="l" defTabSz="480060" rtl="0" eaLnBrk="1" latinLnBrk="0" hangingPunct="1">
        <a:defRPr sz="945" kern="1200">
          <a:solidFill>
            <a:schemeClr val="tx1"/>
          </a:solidFill>
          <a:latin typeface="+mn-lt"/>
          <a:ea typeface="+mn-ea"/>
          <a:cs typeface="+mn-cs"/>
        </a:defRPr>
      </a:lvl6pPr>
      <a:lvl7pPr marL="1440180" algn="l" defTabSz="480060" rtl="0" eaLnBrk="1" latinLnBrk="0" hangingPunct="1">
        <a:defRPr sz="945" kern="1200">
          <a:solidFill>
            <a:schemeClr val="tx1"/>
          </a:solidFill>
          <a:latin typeface="+mn-lt"/>
          <a:ea typeface="+mn-ea"/>
          <a:cs typeface="+mn-cs"/>
        </a:defRPr>
      </a:lvl7pPr>
      <a:lvl8pPr marL="1680210" algn="l" defTabSz="480060" rtl="0" eaLnBrk="1" latinLnBrk="0" hangingPunct="1">
        <a:defRPr sz="945" kern="1200">
          <a:solidFill>
            <a:schemeClr val="tx1"/>
          </a:solidFill>
          <a:latin typeface="+mn-lt"/>
          <a:ea typeface="+mn-ea"/>
          <a:cs typeface="+mn-cs"/>
        </a:defRPr>
      </a:lvl8pPr>
      <a:lvl9pPr marL="1920240" algn="l" defTabSz="480060" rtl="0" eaLnBrk="1" latinLnBrk="0" hangingPunct="1">
        <a:defRPr sz="94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F8AC0C-7545-4E40-8395-4E115A8FA3F8}"/>
              </a:ext>
            </a:extLst>
          </p:cNvPr>
          <p:cNvSpPr txBox="1"/>
          <p:nvPr/>
        </p:nvSpPr>
        <p:spPr>
          <a:xfrm>
            <a:off x="3728364" y="308492"/>
            <a:ext cx="3377871" cy="1084698"/>
          </a:xfrm>
          <a:prstGeom prst="rect">
            <a:avLst/>
          </a:prstGeom>
        </p:spPr>
        <p:txBody>
          <a:bodyPr vert="horz" lIns="91440" tIns="45720" rIns="91440" bIns="45720" rtlCol="0" anchor="b">
            <a:normAutofit fontScale="77500" lnSpcReduction="20000"/>
          </a:bodyPr>
          <a:lstStyle/>
          <a:p>
            <a:pPr defTabSz="914400">
              <a:lnSpc>
                <a:spcPct val="90000"/>
              </a:lnSpc>
              <a:spcBef>
                <a:spcPct val="0"/>
              </a:spcBef>
              <a:spcAft>
                <a:spcPts val="600"/>
              </a:spcAft>
            </a:pPr>
            <a:r>
              <a:rPr lang="en-US" sz="1200" dirty="0" err="1">
                <a:latin typeface="+mj-lt"/>
                <a:ea typeface="+mj-ea"/>
                <a:cs typeface="+mj-cs"/>
              </a:rPr>
              <a:t>Navn</a:t>
            </a:r>
            <a:r>
              <a:rPr lang="en-US" sz="1200" dirty="0">
                <a:latin typeface="+mj-lt"/>
                <a:ea typeface="+mj-ea"/>
                <a:cs typeface="+mj-cs"/>
              </a:rPr>
              <a:t>:	</a:t>
            </a:r>
            <a:r>
              <a:rPr lang="en-US" sz="1300" b="1" dirty="0">
                <a:latin typeface="+mj-lt"/>
                <a:ea typeface="+mj-ea"/>
                <a:cs typeface="+mj-cs"/>
              </a:rPr>
              <a:t>Joachim </a:t>
            </a:r>
            <a:r>
              <a:rPr lang="en-US" sz="1300" b="1" dirty="0" err="1">
                <a:latin typeface="+mj-lt"/>
                <a:ea typeface="+mj-ea"/>
                <a:cs typeface="+mj-cs"/>
              </a:rPr>
              <a:t>Dyrdal</a:t>
            </a:r>
            <a:endParaRPr lang="en-US" sz="1300" b="1" dirty="0">
              <a:latin typeface="+mj-lt"/>
              <a:ea typeface="+mj-ea"/>
              <a:cs typeface="+mj-cs"/>
            </a:endParaRPr>
          </a:p>
          <a:p>
            <a:pPr defTabSz="914400">
              <a:lnSpc>
                <a:spcPct val="90000"/>
              </a:lnSpc>
              <a:spcBef>
                <a:spcPct val="0"/>
              </a:spcBef>
              <a:spcAft>
                <a:spcPts val="600"/>
              </a:spcAft>
            </a:pPr>
            <a:r>
              <a:rPr lang="en-US" sz="1200" dirty="0">
                <a:latin typeface="+mj-lt"/>
                <a:ea typeface="+mj-ea"/>
                <a:cs typeface="+mj-cs"/>
              </a:rPr>
              <a:t>Stilling:	</a:t>
            </a:r>
            <a:r>
              <a:rPr lang="en-US" sz="1200" dirty="0" err="1">
                <a:latin typeface="+mj-lt"/>
                <a:ea typeface="+mj-ea"/>
                <a:cs typeface="+mj-cs"/>
              </a:rPr>
              <a:t>Rådgiver</a:t>
            </a:r>
            <a:r>
              <a:rPr lang="en-US" sz="1200" dirty="0">
                <a:latin typeface="+mj-lt"/>
                <a:ea typeface="+mj-ea"/>
                <a:cs typeface="+mj-cs"/>
              </a:rPr>
              <a:t> </a:t>
            </a:r>
            <a:r>
              <a:rPr lang="en-US" sz="1200" dirty="0" err="1">
                <a:latin typeface="+mj-lt"/>
                <a:ea typeface="+mj-ea"/>
                <a:cs typeface="+mj-cs"/>
              </a:rPr>
              <a:t>kapasitet</a:t>
            </a:r>
            <a:endParaRPr lang="en-US" sz="1200" dirty="0">
              <a:latin typeface="+mj-lt"/>
              <a:ea typeface="+mj-ea"/>
              <a:cs typeface="+mj-cs"/>
            </a:endParaRPr>
          </a:p>
          <a:p>
            <a:pPr defTabSz="914400">
              <a:lnSpc>
                <a:spcPct val="90000"/>
              </a:lnSpc>
              <a:spcBef>
                <a:spcPct val="0"/>
              </a:spcBef>
              <a:spcAft>
                <a:spcPts val="600"/>
              </a:spcAft>
            </a:pPr>
            <a:r>
              <a:rPr lang="en-US" sz="1200" dirty="0" err="1">
                <a:latin typeface="+mj-lt"/>
                <a:ea typeface="+mj-ea"/>
                <a:cs typeface="+mj-cs"/>
              </a:rPr>
              <a:t>Fødselsår</a:t>
            </a:r>
            <a:r>
              <a:rPr lang="en-US" sz="1200" dirty="0">
                <a:latin typeface="+mj-lt"/>
                <a:ea typeface="+mj-ea"/>
                <a:cs typeface="+mj-cs"/>
              </a:rPr>
              <a:t>:	1979</a:t>
            </a:r>
          </a:p>
          <a:p>
            <a:pPr defTabSz="914400">
              <a:lnSpc>
                <a:spcPct val="90000"/>
              </a:lnSpc>
              <a:spcBef>
                <a:spcPct val="0"/>
              </a:spcBef>
              <a:spcAft>
                <a:spcPts val="600"/>
              </a:spcAft>
            </a:pPr>
            <a:r>
              <a:rPr lang="en-US" sz="1200" dirty="0" err="1">
                <a:latin typeface="+mj-lt"/>
                <a:ea typeface="+mj-ea"/>
                <a:cs typeface="+mj-cs"/>
              </a:rPr>
              <a:t>Ansatt</a:t>
            </a:r>
            <a:r>
              <a:rPr lang="en-US" sz="1200" dirty="0">
                <a:latin typeface="+mj-lt"/>
                <a:ea typeface="+mj-ea"/>
                <a:cs typeface="+mj-cs"/>
              </a:rPr>
              <a:t> </a:t>
            </a:r>
            <a:r>
              <a:rPr lang="en-US" sz="1200" dirty="0" err="1">
                <a:latin typeface="+mj-lt"/>
                <a:ea typeface="+mj-ea"/>
                <a:cs typeface="+mj-cs"/>
              </a:rPr>
              <a:t>siden</a:t>
            </a:r>
            <a:r>
              <a:rPr lang="en-US" sz="1200" dirty="0">
                <a:latin typeface="+mj-lt"/>
                <a:ea typeface="+mj-ea"/>
                <a:cs typeface="+mj-cs"/>
              </a:rPr>
              <a:t>:	2017</a:t>
            </a:r>
          </a:p>
          <a:p>
            <a:pPr defTabSz="914400">
              <a:lnSpc>
                <a:spcPct val="90000"/>
              </a:lnSpc>
              <a:spcBef>
                <a:spcPct val="0"/>
              </a:spcBef>
              <a:spcAft>
                <a:spcPts val="600"/>
              </a:spcAft>
            </a:pPr>
            <a:r>
              <a:rPr lang="en-US" sz="1200" dirty="0" err="1">
                <a:latin typeface="+mj-lt"/>
                <a:ea typeface="+mj-ea"/>
                <a:cs typeface="+mj-cs"/>
              </a:rPr>
              <a:t>Utdannelse</a:t>
            </a:r>
            <a:r>
              <a:rPr lang="en-US" sz="1200" dirty="0">
                <a:latin typeface="+mj-lt"/>
                <a:ea typeface="+mj-ea"/>
                <a:cs typeface="+mj-cs"/>
              </a:rPr>
              <a:t>: 	</a:t>
            </a:r>
            <a:r>
              <a:rPr lang="en-US" sz="1200" dirty="0" err="1">
                <a:latin typeface="+mj-lt"/>
                <a:ea typeface="+mj-ea"/>
                <a:cs typeface="+mj-cs"/>
              </a:rPr>
              <a:t>Mastergrad</a:t>
            </a:r>
            <a:r>
              <a:rPr lang="en-US" sz="1200" dirty="0">
                <a:latin typeface="+mj-lt"/>
                <a:ea typeface="+mj-ea"/>
                <a:cs typeface="+mj-cs"/>
              </a:rPr>
              <a:t> </a:t>
            </a:r>
            <a:r>
              <a:rPr lang="en-US" sz="1200" dirty="0" err="1">
                <a:latin typeface="+mj-lt"/>
                <a:ea typeface="+mj-ea"/>
                <a:cs typeface="+mj-cs"/>
              </a:rPr>
              <a:t>i</a:t>
            </a:r>
            <a:r>
              <a:rPr lang="en-US" sz="1200" dirty="0">
                <a:latin typeface="+mj-lt"/>
                <a:ea typeface="+mj-ea"/>
                <a:cs typeface="+mj-cs"/>
              </a:rPr>
              <a:t> </a:t>
            </a:r>
            <a:r>
              <a:rPr lang="en-US" sz="1200" dirty="0" err="1">
                <a:latin typeface="+mj-lt"/>
                <a:ea typeface="+mj-ea"/>
                <a:cs typeface="+mj-cs"/>
              </a:rPr>
              <a:t>matematisk</a:t>
            </a:r>
            <a:r>
              <a:rPr lang="en-US" sz="1200" dirty="0">
                <a:latin typeface="+mj-lt"/>
                <a:ea typeface="+mj-ea"/>
                <a:cs typeface="+mj-cs"/>
              </a:rPr>
              <a:t> </a:t>
            </a:r>
            <a:r>
              <a:rPr lang="en-US" sz="1200" dirty="0" err="1">
                <a:latin typeface="+mj-lt"/>
                <a:ea typeface="+mj-ea"/>
                <a:cs typeface="+mj-cs"/>
              </a:rPr>
              <a:t>analyse</a:t>
            </a:r>
            <a:r>
              <a:rPr lang="en-US" sz="1200" dirty="0">
                <a:latin typeface="+mj-lt"/>
                <a:ea typeface="+mj-ea"/>
                <a:cs typeface="+mj-cs"/>
              </a:rPr>
              <a:t>, NTNU, 2014 </a:t>
            </a:r>
          </a:p>
          <a:p>
            <a:pPr defTabSz="914400">
              <a:lnSpc>
                <a:spcPct val="90000"/>
              </a:lnSpc>
              <a:spcBef>
                <a:spcPct val="0"/>
              </a:spcBef>
              <a:spcAft>
                <a:spcPts val="600"/>
              </a:spcAft>
            </a:pPr>
            <a:r>
              <a:rPr lang="en-US" sz="1200" dirty="0">
                <a:latin typeface="+mj-lt"/>
                <a:ea typeface="+mj-ea"/>
                <a:cs typeface="+mj-cs"/>
              </a:rPr>
              <a:t> </a:t>
            </a:r>
          </a:p>
        </p:txBody>
      </p:sp>
      <p:pic>
        <p:nvPicPr>
          <p:cNvPr id="3" name="Picture 2">
            <a:extLst>
              <a:ext uri="{FF2B5EF4-FFF2-40B4-BE49-F238E27FC236}">
                <a16:creationId xmlns:a16="http://schemas.microsoft.com/office/drawing/2014/main" id="{63D1B73C-A0A5-4647-BEA5-1AEA5DF9814E}"/>
              </a:ext>
            </a:extLst>
          </p:cNvPr>
          <p:cNvPicPr/>
          <p:nvPr/>
        </p:nvPicPr>
        <p:blipFill rotWithShape="1">
          <a:blip r:embed="rId2" cstate="print">
            <a:extLst>
              <a:ext uri="{28A0092B-C50C-407E-A947-70E740481C1C}">
                <a14:useLocalDpi xmlns:a14="http://schemas.microsoft.com/office/drawing/2010/main" val="0"/>
              </a:ext>
            </a:extLst>
          </a:blip>
          <a:srcRect l="7797" r="2293" b="-3"/>
          <a:stretch/>
        </p:blipFill>
        <p:spPr>
          <a:xfrm>
            <a:off x="20" y="10"/>
            <a:ext cx="3557211" cy="360044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5" name="TextBox 4">
            <a:extLst>
              <a:ext uri="{FF2B5EF4-FFF2-40B4-BE49-F238E27FC236}">
                <a16:creationId xmlns:a16="http://schemas.microsoft.com/office/drawing/2014/main" id="{EC161500-7102-4E1E-820B-0946F6174C19}"/>
              </a:ext>
            </a:extLst>
          </p:cNvPr>
          <p:cNvSpPr txBox="1"/>
          <p:nvPr/>
        </p:nvSpPr>
        <p:spPr>
          <a:xfrm>
            <a:off x="3728364" y="1096694"/>
            <a:ext cx="3167735" cy="2375095"/>
          </a:xfrm>
          <a:prstGeom prst="rect">
            <a:avLst/>
          </a:prstGeom>
        </p:spPr>
        <p:txBody>
          <a:bodyPr vert="horz" lIns="91440" tIns="45720" rIns="91440" bIns="45720" rtlCol="0" anchor="b">
            <a:noAutofit/>
          </a:bodyPr>
          <a:lstStyle/>
          <a:p>
            <a:pPr defTabSz="914400">
              <a:lnSpc>
                <a:spcPct val="90000"/>
              </a:lnSpc>
              <a:spcBef>
                <a:spcPct val="0"/>
              </a:spcBef>
              <a:spcAft>
                <a:spcPts val="600"/>
              </a:spcAft>
            </a:pPr>
            <a:r>
              <a:rPr lang="nb-NO" sz="900" dirty="0">
                <a:latin typeface="+mj-lt"/>
                <a:ea typeface="+mj-ea"/>
                <a:cs typeface="+mj-cs"/>
              </a:rPr>
              <a:t>Dyrdahl er utdannet med master i Matematisk Analyse med spesialisering innen numerisk løsning av differensiallikninger på NTNU.  Med sine matematiske bakgrunn tilbyr han alle prosjekter en systematisk og analytisk vurdering av trafikk og kapasitet på jernbane. Gjennom flere oppdrag med fagansvar for kapasitetsvurderinger og analyser har han opparbeidet seg en meget god forståelse for hvordan banesystem fungerer. Som følge av resultatansvar for oppdrag i ulike planfaser har han en god tverrfaglig forståelse, inngående kunnskap om styrende dokumenter og grunnleggende innsikt i flere banetekniske fag.</a:t>
            </a:r>
            <a:r>
              <a:rPr lang="en-US" sz="900" dirty="0">
                <a:latin typeface="+mj-lt"/>
                <a:ea typeface="+mj-ea"/>
                <a:cs typeface="+mj-cs"/>
              </a:rPr>
              <a:t> </a:t>
            </a:r>
          </a:p>
          <a:p>
            <a:pPr defTabSz="914400">
              <a:lnSpc>
                <a:spcPct val="90000"/>
              </a:lnSpc>
              <a:spcBef>
                <a:spcPct val="0"/>
              </a:spcBef>
              <a:spcAft>
                <a:spcPts val="600"/>
              </a:spcAft>
            </a:pPr>
            <a:r>
              <a:rPr lang="nb-NO" sz="900" dirty="0">
                <a:latin typeface="+mj-lt"/>
                <a:ea typeface="+mj-ea"/>
                <a:cs typeface="+mj-cs"/>
              </a:rPr>
              <a:t>Han behersker flere kapasitets- og ruteplanleggingsverktøy, bl.a. </a:t>
            </a:r>
            <a:r>
              <a:rPr lang="nb-NO" sz="900" dirty="0" err="1">
                <a:latin typeface="+mj-lt"/>
                <a:ea typeface="+mj-ea"/>
                <a:cs typeface="+mj-cs"/>
              </a:rPr>
              <a:t>TRENOPlus</a:t>
            </a:r>
            <a:r>
              <a:rPr lang="nb-NO" sz="900" dirty="0">
                <a:latin typeface="+mj-lt"/>
                <a:ea typeface="+mj-ea"/>
                <a:cs typeface="+mj-cs"/>
              </a:rPr>
              <a:t> og </a:t>
            </a:r>
            <a:r>
              <a:rPr lang="nb-NO" sz="900" dirty="0" err="1">
                <a:latin typeface="+mj-lt"/>
                <a:ea typeface="+mj-ea"/>
                <a:cs typeface="+mj-cs"/>
              </a:rPr>
              <a:t>trenissimo</a:t>
            </a:r>
            <a:r>
              <a:rPr lang="nb-NO" sz="900" dirty="0">
                <a:latin typeface="+mj-lt"/>
                <a:ea typeface="+mj-ea"/>
                <a:cs typeface="+mj-cs"/>
              </a:rPr>
              <a:t>.</a:t>
            </a:r>
          </a:p>
          <a:p>
            <a:pPr defTabSz="914400">
              <a:lnSpc>
                <a:spcPct val="90000"/>
              </a:lnSpc>
              <a:spcBef>
                <a:spcPct val="0"/>
              </a:spcBef>
              <a:spcAft>
                <a:spcPts val="600"/>
              </a:spcAft>
            </a:pPr>
            <a:r>
              <a:rPr lang="nb-NO" sz="900" dirty="0">
                <a:latin typeface="+mj-lt"/>
                <a:ea typeface="+mj-ea"/>
                <a:cs typeface="+mj-cs"/>
              </a:rPr>
              <a:t>Joachim har jobbet med kapasitetsanalyser innen skinnegående trafikk siden 2014, og har spesielt opparbeidet seg erfaring fra arbeid </a:t>
            </a:r>
            <a:r>
              <a:rPr lang="nb-NO" sz="800" dirty="0">
                <a:latin typeface="+mj-lt"/>
                <a:ea typeface="+mj-ea"/>
                <a:cs typeface="+mj-cs"/>
              </a:rPr>
              <a:t>med tiltaksanalyser, </a:t>
            </a:r>
            <a:r>
              <a:rPr lang="nb-NO" sz="800" dirty="0" err="1">
                <a:latin typeface="+mj-lt"/>
                <a:ea typeface="+mj-ea"/>
                <a:cs typeface="+mj-cs"/>
              </a:rPr>
              <a:t>hensetting</a:t>
            </a:r>
            <a:r>
              <a:rPr lang="nb-NO" sz="800" dirty="0">
                <a:latin typeface="+mj-lt"/>
                <a:ea typeface="+mj-ea"/>
                <a:cs typeface="+mj-cs"/>
              </a:rPr>
              <a:t>, framtidig trafikk og stasjoner. </a:t>
            </a:r>
            <a:endParaRPr lang="en-US" sz="800" dirty="0">
              <a:latin typeface="+mj-lt"/>
              <a:ea typeface="+mj-ea"/>
              <a:cs typeface="+mj-cs"/>
            </a:endParaRPr>
          </a:p>
        </p:txBody>
      </p:sp>
      <p:sp>
        <p:nvSpPr>
          <p:cNvPr id="7" name="Flowchart: Connector 6">
            <a:extLst>
              <a:ext uri="{FF2B5EF4-FFF2-40B4-BE49-F238E27FC236}">
                <a16:creationId xmlns:a16="http://schemas.microsoft.com/office/drawing/2014/main" id="{F2C58869-688F-4BF2-B538-B96381BACE95}"/>
              </a:ext>
            </a:extLst>
          </p:cNvPr>
          <p:cNvSpPr/>
          <p:nvPr/>
        </p:nvSpPr>
        <p:spPr>
          <a:xfrm>
            <a:off x="2282666" y="3160395"/>
            <a:ext cx="1360131" cy="243840"/>
          </a:xfrm>
          <a:prstGeom prst="flowChartConnector">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nb-NO" sz="800" dirty="0"/>
              <a:t>Referanseprosjekt</a:t>
            </a:r>
          </a:p>
        </p:txBody>
      </p:sp>
    </p:spTree>
    <p:extLst>
      <p:ext uri="{BB962C8B-B14F-4D97-AF65-F5344CB8AC3E}">
        <p14:creationId xmlns:p14="http://schemas.microsoft.com/office/powerpoint/2010/main" val="405485430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F8AC0C-7545-4E40-8395-4E115A8FA3F8}"/>
              </a:ext>
            </a:extLst>
          </p:cNvPr>
          <p:cNvSpPr txBox="1"/>
          <p:nvPr/>
        </p:nvSpPr>
        <p:spPr>
          <a:xfrm>
            <a:off x="3728364" y="308492"/>
            <a:ext cx="3377871" cy="1084698"/>
          </a:xfrm>
          <a:prstGeom prst="rect">
            <a:avLst/>
          </a:prstGeom>
        </p:spPr>
        <p:txBody>
          <a:bodyPr vert="horz" lIns="91440" tIns="45720" rIns="91440" bIns="45720" rtlCol="0" anchor="b">
            <a:normAutofit fontScale="77500" lnSpcReduction="20000"/>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Navn</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300" b="1" i="0" u="none" strike="noStrike" kern="1200" cap="none" spc="0" normalizeH="0" baseline="0" noProof="0" dirty="0">
                <a:ln>
                  <a:noFill/>
                </a:ln>
                <a:solidFill>
                  <a:prstClr val="white"/>
                </a:solidFill>
                <a:effectLst/>
                <a:uLnTx/>
                <a:uFillTx/>
                <a:latin typeface="Calibri Light" panose="020F0302020204030204"/>
                <a:ea typeface="+mn-ea"/>
                <a:cs typeface="+mn-cs"/>
              </a:rPr>
              <a:t>Joachim </a:t>
            </a:r>
            <a:r>
              <a:rPr kumimoji="0" lang="en-US" sz="1300" b="1" i="0" u="none" strike="noStrike" kern="1200" cap="none" spc="0" normalizeH="0" baseline="0" noProof="0" dirty="0" err="1">
                <a:ln>
                  <a:noFill/>
                </a:ln>
                <a:solidFill>
                  <a:prstClr val="white"/>
                </a:solidFill>
                <a:effectLst/>
                <a:uLnTx/>
                <a:uFillTx/>
                <a:latin typeface="Calibri Light" panose="020F0302020204030204"/>
                <a:ea typeface="+mn-ea"/>
                <a:cs typeface="+mn-cs"/>
              </a:rPr>
              <a:t>Dyrdal</a:t>
            </a:r>
            <a:endParaRPr kumimoji="0" lang="en-US" sz="1300" b="1" i="0" u="none" strike="noStrike" kern="1200" cap="none" spc="0" normalizeH="0" baseline="0" noProof="0" dirty="0">
              <a:ln>
                <a:noFill/>
              </a:ln>
              <a:solidFill>
                <a:prstClr val="white"/>
              </a:solidFill>
              <a:effectLst/>
              <a:uLnTx/>
              <a:uFillTx/>
              <a:latin typeface="Calibri Light" panose="020F0302020204030204"/>
              <a:ea typeface="+mn-ea"/>
              <a:cs typeface="+mn-cs"/>
            </a:endParaRP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Stilling: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Rådgiver</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kapasitet</a:t>
            </a:r>
            <a:endPar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endParaRP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Fødselsår</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1979</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Ansatt</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siden</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2017</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Utdannelse</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Mastergrad</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i</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matematisk</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analyse</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NTNU, 2014 </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p>
        </p:txBody>
      </p:sp>
      <p:pic>
        <p:nvPicPr>
          <p:cNvPr id="3" name="Picture 2">
            <a:extLst>
              <a:ext uri="{FF2B5EF4-FFF2-40B4-BE49-F238E27FC236}">
                <a16:creationId xmlns:a16="http://schemas.microsoft.com/office/drawing/2014/main" id="{63D1B73C-A0A5-4647-BEA5-1AEA5DF9814E}"/>
              </a:ext>
            </a:extLst>
          </p:cNvPr>
          <p:cNvPicPr/>
          <p:nvPr/>
        </p:nvPicPr>
        <p:blipFill rotWithShape="1">
          <a:blip r:embed="rId2">
            <a:extLst>
              <a:ext uri="{28A0092B-C50C-407E-A947-70E740481C1C}">
                <a14:useLocalDpi xmlns:a14="http://schemas.microsoft.com/office/drawing/2010/main" val="0"/>
              </a:ext>
            </a:extLst>
          </a:blip>
          <a:srcRect/>
          <a:stretch/>
        </p:blipFill>
        <p:spPr>
          <a:xfrm>
            <a:off x="0" y="10"/>
            <a:ext cx="3283734" cy="360044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5" name="TextBox 4">
            <a:extLst>
              <a:ext uri="{FF2B5EF4-FFF2-40B4-BE49-F238E27FC236}">
                <a16:creationId xmlns:a16="http://schemas.microsoft.com/office/drawing/2014/main" id="{EC161500-7102-4E1E-820B-0946F6174C19}"/>
              </a:ext>
            </a:extLst>
          </p:cNvPr>
          <p:cNvSpPr txBox="1"/>
          <p:nvPr/>
        </p:nvSpPr>
        <p:spPr>
          <a:xfrm>
            <a:off x="3728364" y="1096694"/>
            <a:ext cx="3167735" cy="2375095"/>
          </a:xfrm>
          <a:prstGeom prst="rect">
            <a:avLst/>
          </a:prstGeom>
        </p:spPr>
        <p:txBody>
          <a:bodyPr vert="horz" lIns="91440" tIns="45720" rIns="91440" bIns="45720" rtlCol="0" anchor="b">
            <a:no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nb-NO" sz="900" b="0" i="0" u="none" strike="noStrike" kern="1200" cap="none" spc="0" normalizeH="0" baseline="0" noProof="0" dirty="0">
                <a:ln>
                  <a:noFill/>
                </a:ln>
                <a:solidFill>
                  <a:prstClr val="white"/>
                </a:solidFill>
                <a:effectLst/>
                <a:uLnTx/>
                <a:uFillTx/>
                <a:latin typeface="Calibri Light" panose="020F0302020204030204"/>
                <a:ea typeface="+mn-ea"/>
                <a:cs typeface="+mn-cs"/>
              </a:rPr>
              <a:t>Dyrdahl er utdannet med master i Matematisk Analyse med spesialisering innen numerisk løsning av differensiallikninger på NTNU.  Med sine matematiske bakgrunn tilbyr han alle prosjekter en systematisk og analytisk vurdering av trafikk og kapasitet på jernbane. Gjennom flere oppdrag med fagansvar for kapasitetsvurderinger og analyser har han opparbeidet seg en meget god forståelse for hvordan banesystem fungerer. Som følge av resultatansvar for oppdrag i ulike planfaser har han en god tverrfaglig forståelse, inngående kunnskap om styrende dokumenter og grunnleggende innsikt i flere banetekniske fag.</a:t>
            </a:r>
            <a:r>
              <a:rPr kumimoji="0" lang="en-US" sz="900" b="0" i="0" u="none" strike="noStrike" kern="1200" cap="none" spc="0" normalizeH="0" baseline="0" noProof="0" dirty="0">
                <a:ln>
                  <a:noFill/>
                </a:ln>
                <a:solidFill>
                  <a:prstClr val="white"/>
                </a:solidFill>
                <a:effectLst/>
                <a:uLnTx/>
                <a:uFillTx/>
                <a:latin typeface="Calibri Light" panose="020F0302020204030204"/>
                <a:ea typeface="+mn-ea"/>
                <a:cs typeface="+mn-cs"/>
              </a:rPr>
              <a:t> </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nb-NO" sz="900" b="0" i="0" u="none" strike="noStrike" kern="1200" cap="none" spc="0" normalizeH="0" baseline="0" noProof="0" dirty="0">
                <a:ln>
                  <a:noFill/>
                </a:ln>
                <a:solidFill>
                  <a:prstClr val="white"/>
                </a:solidFill>
                <a:effectLst/>
                <a:uLnTx/>
                <a:uFillTx/>
                <a:latin typeface="Calibri Light" panose="020F0302020204030204"/>
                <a:ea typeface="+mn-ea"/>
                <a:cs typeface="+mn-cs"/>
              </a:rPr>
              <a:t>Han behersker flere kapasitets- og ruteplanleggingsverktøy, bl.a. </a:t>
            </a:r>
            <a:r>
              <a:rPr kumimoji="0" lang="nb-NO" sz="900" b="0" i="0" u="none" strike="noStrike" kern="1200" cap="none" spc="0" normalizeH="0" baseline="0" noProof="0" dirty="0" err="1">
                <a:ln>
                  <a:noFill/>
                </a:ln>
                <a:solidFill>
                  <a:prstClr val="white"/>
                </a:solidFill>
                <a:effectLst/>
                <a:uLnTx/>
                <a:uFillTx/>
                <a:latin typeface="Calibri Light" panose="020F0302020204030204"/>
                <a:ea typeface="+mn-ea"/>
                <a:cs typeface="+mn-cs"/>
              </a:rPr>
              <a:t>TRENOPlus</a:t>
            </a:r>
            <a:r>
              <a:rPr kumimoji="0" lang="nb-NO" sz="900" b="0" i="0" u="none" strike="noStrike" kern="1200" cap="none" spc="0" normalizeH="0" baseline="0" noProof="0" dirty="0">
                <a:ln>
                  <a:noFill/>
                </a:ln>
                <a:solidFill>
                  <a:prstClr val="white"/>
                </a:solidFill>
                <a:effectLst/>
                <a:uLnTx/>
                <a:uFillTx/>
                <a:latin typeface="Calibri Light" panose="020F0302020204030204"/>
                <a:ea typeface="+mn-ea"/>
                <a:cs typeface="+mn-cs"/>
              </a:rPr>
              <a:t> og </a:t>
            </a:r>
            <a:r>
              <a:rPr kumimoji="0" lang="nb-NO" sz="900" b="0" i="0" u="none" strike="noStrike" kern="1200" cap="none" spc="0" normalizeH="0" baseline="0" noProof="0" dirty="0" err="1">
                <a:ln>
                  <a:noFill/>
                </a:ln>
                <a:solidFill>
                  <a:prstClr val="white"/>
                </a:solidFill>
                <a:effectLst/>
                <a:uLnTx/>
                <a:uFillTx/>
                <a:latin typeface="Calibri Light" panose="020F0302020204030204"/>
                <a:ea typeface="+mn-ea"/>
                <a:cs typeface="+mn-cs"/>
              </a:rPr>
              <a:t>trenissimo</a:t>
            </a:r>
            <a:r>
              <a:rPr kumimoji="0" lang="nb-NO" sz="900" b="0" i="0" u="none" strike="noStrike" kern="1200" cap="none" spc="0" normalizeH="0" baseline="0" noProof="0" dirty="0">
                <a:ln>
                  <a:noFill/>
                </a:ln>
                <a:solidFill>
                  <a:prstClr val="white"/>
                </a:solidFill>
                <a:effectLst/>
                <a:uLnTx/>
                <a:uFillTx/>
                <a:latin typeface="Calibri Light" panose="020F0302020204030204"/>
                <a:ea typeface="+mn-ea"/>
                <a:cs typeface="+mn-cs"/>
              </a:rPr>
              <a:t>.</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nb-NO" sz="900" b="0" i="0" u="none" strike="noStrike" kern="1200" cap="none" spc="0" normalizeH="0" baseline="0" noProof="0" dirty="0">
                <a:ln>
                  <a:noFill/>
                </a:ln>
                <a:solidFill>
                  <a:prstClr val="white"/>
                </a:solidFill>
                <a:effectLst/>
                <a:uLnTx/>
                <a:uFillTx/>
                <a:latin typeface="Calibri Light" panose="020F0302020204030204"/>
                <a:ea typeface="+mn-ea"/>
                <a:cs typeface="+mn-cs"/>
              </a:rPr>
              <a:t>Joachim har jobbet med kapasitetsanalyser innen skinnegående trafikk siden 2014, og har spesielt opparbeidet seg erfaring fra arbeid </a:t>
            </a:r>
            <a:r>
              <a:rPr kumimoji="0" lang="nb-NO" sz="800" b="0" i="0" u="none" strike="noStrike" kern="1200" cap="none" spc="0" normalizeH="0" baseline="0" noProof="0" dirty="0">
                <a:ln>
                  <a:noFill/>
                </a:ln>
                <a:solidFill>
                  <a:prstClr val="white"/>
                </a:solidFill>
                <a:effectLst/>
                <a:uLnTx/>
                <a:uFillTx/>
                <a:latin typeface="Calibri Light" panose="020F0302020204030204"/>
                <a:ea typeface="+mn-ea"/>
                <a:cs typeface="+mn-cs"/>
              </a:rPr>
              <a:t>med tiltaksanalyser, </a:t>
            </a:r>
            <a:r>
              <a:rPr kumimoji="0" lang="nb-NO" sz="800" b="0" i="0" u="none" strike="noStrike" kern="1200" cap="none" spc="0" normalizeH="0" baseline="0" noProof="0" dirty="0" err="1">
                <a:ln>
                  <a:noFill/>
                </a:ln>
                <a:solidFill>
                  <a:prstClr val="white"/>
                </a:solidFill>
                <a:effectLst/>
                <a:uLnTx/>
                <a:uFillTx/>
                <a:latin typeface="Calibri Light" panose="020F0302020204030204"/>
                <a:ea typeface="+mn-ea"/>
                <a:cs typeface="+mn-cs"/>
              </a:rPr>
              <a:t>hensetting</a:t>
            </a:r>
            <a:r>
              <a:rPr kumimoji="0" lang="nb-NO" sz="800" b="0" i="0" u="none" strike="noStrike" kern="1200" cap="none" spc="0" normalizeH="0" baseline="0" noProof="0" dirty="0">
                <a:ln>
                  <a:noFill/>
                </a:ln>
                <a:solidFill>
                  <a:prstClr val="white"/>
                </a:solidFill>
                <a:effectLst/>
                <a:uLnTx/>
                <a:uFillTx/>
                <a:latin typeface="Calibri Light" panose="020F0302020204030204"/>
                <a:ea typeface="+mn-ea"/>
                <a:cs typeface="+mn-cs"/>
              </a:rPr>
              <a:t>, framtidig trafikk og stasjoner. </a:t>
            </a:r>
            <a:endParaRPr kumimoji="0" lang="en-US" sz="800" b="0" i="0" u="none" strike="noStrike" kern="1200" cap="none" spc="0" normalizeH="0" baseline="0" noProof="0" dirty="0">
              <a:ln>
                <a:noFill/>
              </a:ln>
              <a:solidFill>
                <a:prstClr val="white"/>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389055497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F8AC0C-7545-4E40-8395-4E115A8FA3F8}"/>
              </a:ext>
            </a:extLst>
          </p:cNvPr>
          <p:cNvSpPr txBox="1"/>
          <p:nvPr/>
        </p:nvSpPr>
        <p:spPr>
          <a:xfrm>
            <a:off x="3728364" y="308492"/>
            <a:ext cx="3377871" cy="1084698"/>
          </a:xfrm>
          <a:prstGeom prst="rect">
            <a:avLst/>
          </a:prstGeom>
        </p:spPr>
        <p:txBody>
          <a:bodyPr vert="horz" lIns="91440" tIns="45720" rIns="91440" bIns="45720" rtlCol="0" anchor="b">
            <a:normAutofit fontScale="77500" lnSpcReduction="20000"/>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Navn</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300" b="1" i="0" u="none" strike="noStrike" kern="1200" cap="none" spc="0" normalizeH="0" baseline="0" noProof="0" dirty="0">
                <a:ln>
                  <a:noFill/>
                </a:ln>
                <a:solidFill>
                  <a:prstClr val="white"/>
                </a:solidFill>
                <a:effectLst/>
                <a:uLnTx/>
                <a:uFillTx/>
                <a:latin typeface="Calibri Light" panose="020F0302020204030204"/>
                <a:ea typeface="+mn-ea"/>
                <a:cs typeface="+mn-cs"/>
              </a:rPr>
              <a:t>Joachim </a:t>
            </a:r>
            <a:r>
              <a:rPr kumimoji="0" lang="en-US" sz="1300" b="1" i="0" u="none" strike="noStrike" kern="1200" cap="none" spc="0" normalizeH="0" baseline="0" noProof="0" dirty="0" err="1">
                <a:ln>
                  <a:noFill/>
                </a:ln>
                <a:solidFill>
                  <a:prstClr val="white"/>
                </a:solidFill>
                <a:effectLst/>
                <a:uLnTx/>
                <a:uFillTx/>
                <a:latin typeface="Calibri Light" panose="020F0302020204030204"/>
                <a:ea typeface="+mn-ea"/>
                <a:cs typeface="+mn-cs"/>
              </a:rPr>
              <a:t>Dyrdal</a:t>
            </a:r>
            <a:endParaRPr kumimoji="0" lang="en-US" sz="1300" b="1" i="0" u="none" strike="noStrike" kern="1200" cap="none" spc="0" normalizeH="0" baseline="0" noProof="0" dirty="0">
              <a:ln>
                <a:noFill/>
              </a:ln>
              <a:solidFill>
                <a:prstClr val="white"/>
              </a:solidFill>
              <a:effectLst/>
              <a:uLnTx/>
              <a:uFillTx/>
              <a:latin typeface="Calibri Light" panose="020F0302020204030204"/>
              <a:ea typeface="+mn-ea"/>
              <a:cs typeface="+mn-cs"/>
            </a:endParaRP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Stilling: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Rådgiver</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kapasitet</a:t>
            </a:r>
            <a:endPar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endParaRP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Fødselsår</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1979</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Ansatt</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siden</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2017</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Utdannelse</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Mastergrad</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i</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matematisk</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analyse</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NTNU, 2014 </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p>
        </p:txBody>
      </p:sp>
      <p:pic>
        <p:nvPicPr>
          <p:cNvPr id="3" name="Picture 2">
            <a:extLst>
              <a:ext uri="{FF2B5EF4-FFF2-40B4-BE49-F238E27FC236}">
                <a16:creationId xmlns:a16="http://schemas.microsoft.com/office/drawing/2014/main" id="{63D1B73C-A0A5-4647-BEA5-1AEA5DF9814E}"/>
              </a:ext>
            </a:extLst>
          </p:cNvPr>
          <p:cNvPicPr/>
          <p:nvPr/>
        </p:nvPicPr>
        <p:blipFill rotWithShape="1">
          <a:blip r:embed="rId2">
            <a:extLst>
              <a:ext uri="{28A0092B-C50C-407E-A947-70E740481C1C}">
                <a14:useLocalDpi xmlns:a14="http://schemas.microsoft.com/office/drawing/2010/main" val="0"/>
              </a:ext>
            </a:extLst>
          </a:blip>
          <a:srcRect/>
          <a:stretch/>
        </p:blipFill>
        <p:spPr>
          <a:xfrm>
            <a:off x="0" y="-1"/>
            <a:ext cx="3665220" cy="3600451"/>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5" name="TextBox 4">
            <a:extLst>
              <a:ext uri="{FF2B5EF4-FFF2-40B4-BE49-F238E27FC236}">
                <a16:creationId xmlns:a16="http://schemas.microsoft.com/office/drawing/2014/main" id="{EC161500-7102-4E1E-820B-0946F6174C19}"/>
              </a:ext>
            </a:extLst>
          </p:cNvPr>
          <p:cNvSpPr txBox="1"/>
          <p:nvPr/>
        </p:nvSpPr>
        <p:spPr>
          <a:xfrm>
            <a:off x="3728364" y="1096694"/>
            <a:ext cx="3167735" cy="2375095"/>
          </a:xfrm>
          <a:prstGeom prst="rect">
            <a:avLst/>
          </a:prstGeom>
        </p:spPr>
        <p:txBody>
          <a:bodyPr vert="horz" lIns="91440" tIns="45720" rIns="91440" bIns="45720" rtlCol="0" anchor="b">
            <a:no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nb-NO" sz="900" b="0" i="0" u="none" strike="noStrike" kern="1200" cap="none" spc="0" normalizeH="0" baseline="0" noProof="0" dirty="0">
                <a:ln>
                  <a:noFill/>
                </a:ln>
                <a:solidFill>
                  <a:prstClr val="white"/>
                </a:solidFill>
                <a:effectLst/>
                <a:uLnTx/>
                <a:uFillTx/>
                <a:latin typeface="Calibri Light" panose="020F0302020204030204"/>
                <a:ea typeface="+mn-ea"/>
                <a:cs typeface="+mn-cs"/>
              </a:rPr>
              <a:t>Dyrdahl er utdannet med master i Matematisk Analyse med spesialisering innen numerisk løsning av differensiallikninger på NTNU.  Med sine matematiske bakgrunn tilbyr han alle prosjekter en systematisk og analytisk vurdering av trafikk og kapasitet på jernbane. Gjennom flere oppdrag med fagansvar for kapasitetsvurderinger og analyser har han opparbeidet seg en meget god forståelse for hvordan banesystem fungerer. Som følge av resultatansvar for oppdrag i ulike planfaser har han en god tverrfaglig forståelse, inngående kunnskap om styrende dokumenter og grunnleggende innsikt i flere banetekniske fag.</a:t>
            </a:r>
            <a:r>
              <a:rPr kumimoji="0" lang="en-US" sz="900" b="0" i="0" u="none" strike="noStrike" kern="1200" cap="none" spc="0" normalizeH="0" baseline="0" noProof="0" dirty="0">
                <a:ln>
                  <a:noFill/>
                </a:ln>
                <a:solidFill>
                  <a:prstClr val="white"/>
                </a:solidFill>
                <a:effectLst/>
                <a:uLnTx/>
                <a:uFillTx/>
                <a:latin typeface="Calibri Light" panose="020F0302020204030204"/>
                <a:ea typeface="+mn-ea"/>
                <a:cs typeface="+mn-cs"/>
              </a:rPr>
              <a:t> </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nb-NO" sz="900" b="0" i="0" u="none" strike="noStrike" kern="1200" cap="none" spc="0" normalizeH="0" baseline="0" noProof="0" dirty="0">
                <a:ln>
                  <a:noFill/>
                </a:ln>
                <a:solidFill>
                  <a:prstClr val="white"/>
                </a:solidFill>
                <a:effectLst/>
                <a:uLnTx/>
                <a:uFillTx/>
                <a:latin typeface="Calibri Light" panose="020F0302020204030204"/>
                <a:ea typeface="+mn-ea"/>
                <a:cs typeface="+mn-cs"/>
              </a:rPr>
              <a:t>Han behersker flere kapasitets- og ruteplanleggingsverktøy, bl.a. </a:t>
            </a:r>
            <a:r>
              <a:rPr kumimoji="0" lang="nb-NO" sz="900" b="0" i="0" u="none" strike="noStrike" kern="1200" cap="none" spc="0" normalizeH="0" baseline="0" noProof="0" dirty="0" err="1">
                <a:ln>
                  <a:noFill/>
                </a:ln>
                <a:solidFill>
                  <a:prstClr val="white"/>
                </a:solidFill>
                <a:effectLst/>
                <a:uLnTx/>
                <a:uFillTx/>
                <a:latin typeface="Calibri Light" panose="020F0302020204030204"/>
                <a:ea typeface="+mn-ea"/>
                <a:cs typeface="+mn-cs"/>
              </a:rPr>
              <a:t>TRENOPlus</a:t>
            </a:r>
            <a:r>
              <a:rPr kumimoji="0" lang="nb-NO" sz="900" b="0" i="0" u="none" strike="noStrike" kern="1200" cap="none" spc="0" normalizeH="0" baseline="0" noProof="0" dirty="0">
                <a:ln>
                  <a:noFill/>
                </a:ln>
                <a:solidFill>
                  <a:prstClr val="white"/>
                </a:solidFill>
                <a:effectLst/>
                <a:uLnTx/>
                <a:uFillTx/>
                <a:latin typeface="Calibri Light" panose="020F0302020204030204"/>
                <a:ea typeface="+mn-ea"/>
                <a:cs typeface="+mn-cs"/>
              </a:rPr>
              <a:t> og </a:t>
            </a:r>
            <a:r>
              <a:rPr kumimoji="0" lang="nb-NO" sz="900" b="0" i="0" u="none" strike="noStrike" kern="1200" cap="none" spc="0" normalizeH="0" baseline="0" noProof="0" dirty="0" err="1">
                <a:ln>
                  <a:noFill/>
                </a:ln>
                <a:solidFill>
                  <a:prstClr val="white"/>
                </a:solidFill>
                <a:effectLst/>
                <a:uLnTx/>
                <a:uFillTx/>
                <a:latin typeface="Calibri Light" panose="020F0302020204030204"/>
                <a:ea typeface="+mn-ea"/>
                <a:cs typeface="+mn-cs"/>
              </a:rPr>
              <a:t>trenissimo</a:t>
            </a:r>
            <a:r>
              <a:rPr kumimoji="0" lang="nb-NO" sz="900" b="0" i="0" u="none" strike="noStrike" kern="1200" cap="none" spc="0" normalizeH="0" baseline="0" noProof="0" dirty="0">
                <a:ln>
                  <a:noFill/>
                </a:ln>
                <a:solidFill>
                  <a:prstClr val="white"/>
                </a:solidFill>
                <a:effectLst/>
                <a:uLnTx/>
                <a:uFillTx/>
                <a:latin typeface="Calibri Light" panose="020F0302020204030204"/>
                <a:ea typeface="+mn-ea"/>
                <a:cs typeface="+mn-cs"/>
              </a:rPr>
              <a:t>.</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nb-NO" sz="900" b="0" i="0" u="none" strike="noStrike" kern="1200" cap="none" spc="0" normalizeH="0" baseline="0" noProof="0" dirty="0">
                <a:ln>
                  <a:noFill/>
                </a:ln>
                <a:solidFill>
                  <a:prstClr val="white"/>
                </a:solidFill>
                <a:effectLst/>
                <a:uLnTx/>
                <a:uFillTx/>
                <a:latin typeface="Calibri Light" panose="020F0302020204030204"/>
                <a:ea typeface="+mn-ea"/>
                <a:cs typeface="+mn-cs"/>
              </a:rPr>
              <a:t>Joachim har jobbet med kapasitetsanalyser innen skinnegående trafikk siden 2014, og har spesielt opparbeidet seg erfaring fra arbeid </a:t>
            </a:r>
            <a:r>
              <a:rPr kumimoji="0" lang="nb-NO" sz="800" b="0" i="0" u="none" strike="noStrike" kern="1200" cap="none" spc="0" normalizeH="0" baseline="0" noProof="0" dirty="0">
                <a:ln>
                  <a:noFill/>
                </a:ln>
                <a:solidFill>
                  <a:prstClr val="white"/>
                </a:solidFill>
                <a:effectLst/>
                <a:uLnTx/>
                <a:uFillTx/>
                <a:latin typeface="Calibri Light" panose="020F0302020204030204"/>
                <a:ea typeface="+mn-ea"/>
                <a:cs typeface="+mn-cs"/>
              </a:rPr>
              <a:t>med tiltaksanalyser, </a:t>
            </a:r>
            <a:r>
              <a:rPr kumimoji="0" lang="nb-NO" sz="800" b="0" i="0" u="none" strike="noStrike" kern="1200" cap="none" spc="0" normalizeH="0" baseline="0" noProof="0" dirty="0" err="1">
                <a:ln>
                  <a:noFill/>
                </a:ln>
                <a:solidFill>
                  <a:prstClr val="white"/>
                </a:solidFill>
                <a:effectLst/>
                <a:uLnTx/>
                <a:uFillTx/>
                <a:latin typeface="Calibri Light" panose="020F0302020204030204"/>
                <a:ea typeface="+mn-ea"/>
                <a:cs typeface="+mn-cs"/>
              </a:rPr>
              <a:t>hensetting</a:t>
            </a:r>
            <a:r>
              <a:rPr kumimoji="0" lang="nb-NO" sz="800" b="0" i="0" u="none" strike="noStrike" kern="1200" cap="none" spc="0" normalizeH="0" baseline="0" noProof="0" dirty="0">
                <a:ln>
                  <a:noFill/>
                </a:ln>
                <a:solidFill>
                  <a:prstClr val="white"/>
                </a:solidFill>
                <a:effectLst/>
                <a:uLnTx/>
                <a:uFillTx/>
                <a:latin typeface="Calibri Light" panose="020F0302020204030204"/>
                <a:ea typeface="+mn-ea"/>
                <a:cs typeface="+mn-cs"/>
              </a:rPr>
              <a:t>, framtidig trafikk og stasjoner. </a:t>
            </a:r>
            <a:endParaRPr kumimoji="0" lang="en-US" sz="800" b="0" i="0" u="none" strike="noStrike" kern="1200" cap="none" spc="0" normalizeH="0" baseline="0" noProof="0" dirty="0">
              <a:ln>
                <a:noFill/>
              </a:ln>
              <a:solidFill>
                <a:prstClr val="white"/>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845833986"/>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F8AC0C-7545-4E40-8395-4E115A8FA3F8}"/>
              </a:ext>
            </a:extLst>
          </p:cNvPr>
          <p:cNvSpPr txBox="1"/>
          <p:nvPr/>
        </p:nvSpPr>
        <p:spPr>
          <a:xfrm>
            <a:off x="3728364" y="308492"/>
            <a:ext cx="3377871" cy="1084698"/>
          </a:xfrm>
          <a:prstGeom prst="rect">
            <a:avLst/>
          </a:prstGeom>
        </p:spPr>
        <p:txBody>
          <a:bodyPr vert="horz" lIns="91440" tIns="45720" rIns="91440" bIns="45720" rtlCol="0" anchor="b">
            <a:normAutofit fontScale="77500" lnSpcReduction="20000"/>
          </a:bodyPr>
          <a:lstStyle/>
          <a:p>
            <a:pPr lvl="0" defTabSz="914400">
              <a:lnSpc>
                <a:spcPct val="90000"/>
              </a:lnSpc>
              <a:spcBef>
                <a:spcPct val="0"/>
              </a:spcBef>
              <a:spcAft>
                <a:spcPts val="600"/>
              </a:spcAft>
            </a:pP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Navn</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lang="en-US" sz="1300" b="1" dirty="0">
                <a:solidFill>
                  <a:prstClr val="white"/>
                </a:solidFill>
                <a:latin typeface="Calibri Light" panose="020F0302020204030204"/>
              </a:rPr>
              <a:t>Erlend Førde Schjetne </a:t>
            </a:r>
          </a:p>
          <a:p>
            <a:pPr lvl="0" defTabSz="914400">
              <a:lnSpc>
                <a:spcPct val="90000"/>
              </a:lnSpc>
              <a:spcBef>
                <a:spcPct val="0"/>
              </a:spcBef>
              <a:spcAft>
                <a:spcPts val="600"/>
              </a:spcAft>
            </a:pP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Stilling:	GIS-</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rådgiver</a:t>
            </a:r>
            <a:endPar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endParaRP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Fødselsår</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1993</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Ansatt</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siden</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2019</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Utdannelse</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Mastergrad</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i</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matematisk</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r>
              <a:rPr kumimoji="0" lang="en-US" sz="1200" b="0" i="0" u="none" strike="noStrike" kern="1200" cap="none" spc="0" normalizeH="0" baseline="0" noProof="0" dirty="0" err="1">
                <a:ln>
                  <a:noFill/>
                </a:ln>
                <a:solidFill>
                  <a:prstClr val="white"/>
                </a:solidFill>
                <a:effectLst/>
                <a:uLnTx/>
                <a:uFillTx/>
                <a:latin typeface="Calibri Light" panose="020F0302020204030204"/>
                <a:ea typeface="+mn-ea"/>
                <a:cs typeface="+mn-cs"/>
              </a:rPr>
              <a:t>analyse</a:t>
            </a: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NTNU, 2014 </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Light" panose="020F0302020204030204"/>
                <a:ea typeface="+mn-ea"/>
                <a:cs typeface="+mn-cs"/>
              </a:rPr>
              <a:t> </a:t>
            </a:r>
          </a:p>
        </p:txBody>
      </p:sp>
      <p:pic>
        <p:nvPicPr>
          <p:cNvPr id="3" name="Picture 2">
            <a:extLst>
              <a:ext uri="{FF2B5EF4-FFF2-40B4-BE49-F238E27FC236}">
                <a16:creationId xmlns:a16="http://schemas.microsoft.com/office/drawing/2014/main" id="{63D1B73C-A0A5-4647-BEA5-1AEA5DF9814E}"/>
              </a:ext>
            </a:extLst>
          </p:cNvPr>
          <p:cNvPicPr/>
          <p:nvPr/>
        </p:nvPicPr>
        <p:blipFill rotWithShape="1">
          <a:blip r:embed="rId2">
            <a:extLst>
              <a:ext uri="{28A0092B-C50C-407E-A947-70E740481C1C}">
                <a14:useLocalDpi xmlns:a14="http://schemas.microsoft.com/office/drawing/2010/main" val="0"/>
              </a:ext>
            </a:extLst>
          </a:blip>
          <a:srcRect/>
          <a:stretch/>
        </p:blipFill>
        <p:spPr>
          <a:xfrm>
            <a:off x="0" y="0"/>
            <a:ext cx="3557231" cy="3600449"/>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5" name="TextBox 4">
            <a:extLst>
              <a:ext uri="{FF2B5EF4-FFF2-40B4-BE49-F238E27FC236}">
                <a16:creationId xmlns:a16="http://schemas.microsoft.com/office/drawing/2014/main" id="{EC161500-7102-4E1E-820B-0946F6174C19}"/>
              </a:ext>
            </a:extLst>
          </p:cNvPr>
          <p:cNvSpPr txBox="1"/>
          <p:nvPr/>
        </p:nvSpPr>
        <p:spPr>
          <a:xfrm>
            <a:off x="3728364" y="1096694"/>
            <a:ext cx="3167735" cy="2375095"/>
          </a:xfrm>
          <a:prstGeom prst="rect">
            <a:avLst/>
          </a:prstGeom>
        </p:spPr>
        <p:txBody>
          <a:bodyPr vert="horz" lIns="91440" tIns="45720" rIns="91440" bIns="45720" rtlCol="0" anchor="b">
            <a:no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nb-NO" sz="900" b="0" i="0" u="none" strike="noStrike" kern="1200" cap="none" spc="0" normalizeH="0" baseline="0" noProof="0" dirty="0">
                <a:ln>
                  <a:noFill/>
                </a:ln>
                <a:solidFill>
                  <a:prstClr val="white"/>
                </a:solidFill>
                <a:effectLst/>
                <a:uLnTx/>
                <a:uFillTx/>
                <a:latin typeface="Calibri Light" panose="020F0302020204030204"/>
                <a:ea typeface="+mn-ea"/>
                <a:cs typeface="+mn-cs"/>
              </a:rPr>
              <a:t>Dyrdahl er utdannet med master i Matematisk Analyse med spesialisering innen numerisk løsning av differensiallikninger på NTNU.  Med sine matematiske bakgrunn tilbyr han alle prosjekter en systematisk og analytisk vurdering av trafikk og kapasitet på jernbane. Gjennom flere oppdrag med fagansvar for kapasitetsvurderinger og analyser har han opparbeidet seg en meget god forståelse for hvordan banesystem fungerer. Som følge av resultatansvar for oppdrag i ulike planfaser har han en god tverrfaglig forståelse, inngående kunnskap om styrende dokumenter og grunnleggende innsikt i flere banetekniske fag.</a:t>
            </a:r>
            <a:r>
              <a:rPr kumimoji="0" lang="en-US" sz="900" b="0" i="0" u="none" strike="noStrike" kern="1200" cap="none" spc="0" normalizeH="0" baseline="0" noProof="0" dirty="0">
                <a:ln>
                  <a:noFill/>
                </a:ln>
                <a:solidFill>
                  <a:prstClr val="white"/>
                </a:solidFill>
                <a:effectLst/>
                <a:uLnTx/>
                <a:uFillTx/>
                <a:latin typeface="Calibri Light" panose="020F0302020204030204"/>
                <a:ea typeface="+mn-ea"/>
                <a:cs typeface="+mn-cs"/>
              </a:rPr>
              <a:t> </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nb-NO" sz="900" b="0" i="0" u="none" strike="noStrike" kern="1200" cap="none" spc="0" normalizeH="0" baseline="0" noProof="0" dirty="0">
                <a:ln>
                  <a:noFill/>
                </a:ln>
                <a:solidFill>
                  <a:prstClr val="white"/>
                </a:solidFill>
                <a:effectLst/>
                <a:uLnTx/>
                <a:uFillTx/>
                <a:latin typeface="Calibri Light" panose="020F0302020204030204"/>
                <a:ea typeface="+mn-ea"/>
                <a:cs typeface="+mn-cs"/>
              </a:rPr>
              <a:t>Han behersker flere kapasitets- og ruteplanleggingsverktøy, bl.a. </a:t>
            </a:r>
            <a:r>
              <a:rPr kumimoji="0" lang="nb-NO" sz="900" b="0" i="0" u="none" strike="noStrike" kern="1200" cap="none" spc="0" normalizeH="0" baseline="0" noProof="0" dirty="0" err="1">
                <a:ln>
                  <a:noFill/>
                </a:ln>
                <a:solidFill>
                  <a:prstClr val="white"/>
                </a:solidFill>
                <a:effectLst/>
                <a:uLnTx/>
                <a:uFillTx/>
                <a:latin typeface="Calibri Light" panose="020F0302020204030204"/>
                <a:ea typeface="+mn-ea"/>
                <a:cs typeface="+mn-cs"/>
              </a:rPr>
              <a:t>TRENOPlus</a:t>
            </a:r>
            <a:r>
              <a:rPr kumimoji="0" lang="nb-NO" sz="900" b="0" i="0" u="none" strike="noStrike" kern="1200" cap="none" spc="0" normalizeH="0" baseline="0" noProof="0" dirty="0">
                <a:ln>
                  <a:noFill/>
                </a:ln>
                <a:solidFill>
                  <a:prstClr val="white"/>
                </a:solidFill>
                <a:effectLst/>
                <a:uLnTx/>
                <a:uFillTx/>
                <a:latin typeface="Calibri Light" panose="020F0302020204030204"/>
                <a:ea typeface="+mn-ea"/>
                <a:cs typeface="+mn-cs"/>
              </a:rPr>
              <a:t> og </a:t>
            </a:r>
            <a:r>
              <a:rPr kumimoji="0" lang="nb-NO" sz="900" b="0" i="0" u="none" strike="noStrike" kern="1200" cap="none" spc="0" normalizeH="0" baseline="0" noProof="0" dirty="0" err="1">
                <a:ln>
                  <a:noFill/>
                </a:ln>
                <a:solidFill>
                  <a:prstClr val="white"/>
                </a:solidFill>
                <a:effectLst/>
                <a:uLnTx/>
                <a:uFillTx/>
                <a:latin typeface="Calibri Light" panose="020F0302020204030204"/>
                <a:ea typeface="+mn-ea"/>
                <a:cs typeface="+mn-cs"/>
              </a:rPr>
              <a:t>trenissimo</a:t>
            </a:r>
            <a:r>
              <a:rPr kumimoji="0" lang="nb-NO" sz="900" b="0" i="0" u="none" strike="noStrike" kern="1200" cap="none" spc="0" normalizeH="0" baseline="0" noProof="0" dirty="0">
                <a:ln>
                  <a:noFill/>
                </a:ln>
                <a:solidFill>
                  <a:prstClr val="white"/>
                </a:solidFill>
                <a:effectLst/>
                <a:uLnTx/>
                <a:uFillTx/>
                <a:latin typeface="Calibri Light" panose="020F0302020204030204"/>
                <a:ea typeface="+mn-ea"/>
                <a:cs typeface="+mn-cs"/>
              </a:rPr>
              <a:t>.</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nb-NO" sz="900" b="0" i="0" u="none" strike="noStrike" kern="1200" cap="none" spc="0" normalizeH="0" baseline="0" noProof="0" dirty="0">
                <a:ln>
                  <a:noFill/>
                </a:ln>
                <a:solidFill>
                  <a:prstClr val="white"/>
                </a:solidFill>
                <a:effectLst/>
                <a:uLnTx/>
                <a:uFillTx/>
                <a:latin typeface="Calibri Light" panose="020F0302020204030204"/>
                <a:ea typeface="+mn-ea"/>
                <a:cs typeface="+mn-cs"/>
              </a:rPr>
              <a:t>Joachim har jobbet med kapasitetsanalyser innen skinnegående trafikk siden 2014, og har spesielt opparbeidet seg erfaring fra arbeid </a:t>
            </a:r>
            <a:r>
              <a:rPr kumimoji="0" lang="nb-NO" sz="800" b="0" i="0" u="none" strike="noStrike" kern="1200" cap="none" spc="0" normalizeH="0" baseline="0" noProof="0" dirty="0">
                <a:ln>
                  <a:noFill/>
                </a:ln>
                <a:solidFill>
                  <a:prstClr val="white"/>
                </a:solidFill>
                <a:effectLst/>
                <a:uLnTx/>
                <a:uFillTx/>
                <a:latin typeface="Calibri Light" panose="020F0302020204030204"/>
                <a:ea typeface="+mn-ea"/>
                <a:cs typeface="+mn-cs"/>
              </a:rPr>
              <a:t>med tiltaksanalyser, </a:t>
            </a:r>
            <a:r>
              <a:rPr kumimoji="0" lang="nb-NO" sz="800" b="0" i="0" u="none" strike="noStrike" kern="1200" cap="none" spc="0" normalizeH="0" baseline="0" noProof="0" dirty="0" err="1">
                <a:ln>
                  <a:noFill/>
                </a:ln>
                <a:solidFill>
                  <a:prstClr val="white"/>
                </a:solidFill>
                <a:effectLst/>
                <a:uLnTx/>
                <a:uFillTx/>
                <a:latin typeface="Calibri Light" panose="020F0302020204030204"/>
                <a:ea typeface="+mn-ea"/>
                <a:cs typeface="+mn-cs"/>
              </a:rPr>
              <a:t>hensetting</a:t>
            </a:r>
            <a:r>
              <a:rPr kumimoji="0" lang="nb-NO" sz="800" b="0" i="0" u="none" strike="noStrike" kern="1200" cap="none" spc="0" normalizeH="0" baseline="0" noProof="0" dirty="0">
                <a:ln>
                  <a:noFill/>
                </a:ln>
                <a:solidFill>
                  <a:prstClr val="white"/>
                </a:solidFill>
                <a:effectLst/>
                <a:uLnTx/>
                <a:uFillTx/>
                <a:latin typeface="Calibri Light" panose="020F0302020204030204"/>
                <a:ea typeface="+mn-ea"/>
                <a:cs typeface="+mn-cs"/>
              </a:rPr>
              <a:t>, framtidig trafikk og stasjoner. </a:t>
            </a:r>
            <a:endParaRPr kumimoji="0" lang="en-US" sz="800" b="0" i="0" u="none" strike="noStrike" kern="1200" cap="none" spc="0" normalizeH="0" baseline="0" noProof="0" dirty="0">
              <a:ln>
                <a:noFill/>
              </a:ln>
              <a:solidFill>
                <a:prstClr val="white"/>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305403011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Theme</Template>
  <TotalTime>38</TotalTime>
  <Words>657</Words>
  <Application>Microsoft Office PowerPoint</Application>
  <PresentationFormat>Custom</PresentationFormat>
  <Paragraphs>37</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Nordbø, Rune Moen</dc:creator>
  <cp:lastModifiedBy>Nordbø, Rune Moen</cp:lastModifiedBy>
  <cp:revision>5</cp:revision>
  <dcterms:created xsi:type="dcterms:W3CDTF">2020-01-08T13:43:08Z</dcterms:created>
  <dcterms:modified xsi:type="dcterms:W3CDTF">2020-01-08T14:21:57Z</dcterms:modified>
</cp:coreProperties>
</file>